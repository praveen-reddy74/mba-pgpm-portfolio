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714C-B060-1DAE-532A-3340265EC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77686-3F03-E9D6-9DD0-90D8024A8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EAB56-98F4-5D38-5684-C61042E3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F24AB-837F-8080-9E41-E96E1FFB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9758-2858-4DAD-7E5E-BB954131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48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D86E-2BE6-46C2-78E8-2BD62AA0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D585B-B0DD-B307-F26C-56BA87B45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4FE37-8753-594E-FFF8-4BF09AE6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48D26-A3D8-2A6A-40E4-1EA99E03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2A3C0-25C2-8827-1530-C748F993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2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A49D-CA90-321A-3B7C-8A2F6A09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BA811-FAD3-778A-35BD-7D4D58690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16B2D-1CF3-AE9F-EACE-BB2A0107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4C10-DC55-1B1D-E073-6D1B05FF5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E4776-A700-F626-B7F3-82CFD883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82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C4AD-6E78-F653-3ED2-C0F042D1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D5A92-D24E-2535-18B0-E873798C1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CD15F-D684-6BE4-8CBF-46BA8005A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54B39-1C22-DEC8-F24A-770E2705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6F011-4440-E666-64E0-86DB95F8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9E554-09CB-EB6C-51E7-736A980D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52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5344-12C4-9116-1FC8-B9B380EF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0049B-1A5E-7B3F-AB33-DBB0BCB92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6BDC9-9C93-619B-5CBB-0D05FC01A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719E3-84F2-A4B4-4CB8-CB8A8C782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6C2B-E842-D741-4CDB-BC333CD49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7C308A-568D-09A7-1C7D-B936017F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945B7-BEC0-BB01-71D1-A14C7037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D4965-8CF3-CF27-92E1-C8007EA0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7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8E68-58D5-1C38-4E01-00156E0C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9BF93-CC3B-E9F5-9B54-52D10714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BFD6E-F93B-265C-5F36-CB61A4ED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85085-9F5B-3FEB-56F5-1B59607D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0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5F084-12D2-13D6-0819-2771E2EE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31C94-C5DE-7CF2-16C2-E6EBAE03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D2CA8-4F5F-7D9F-833F-E36D99DC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30BA-3CB1-EC6C-8131-AC259251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BC1E-A68E-1226-3823-9CC50E12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3429D-CBBA-AB76-93E6-BF753FAAB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FB56A-7D5F-70C1-02DF-011B0E12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647AB-080F-2CD5-3A6E-27905672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2B4B3-8CF9-E103-3975-6EDCF301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5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AA4F-F3C1-F0B1-7238-2EDAD1F0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DD212-3EA4-0372-94B3-3B33629CC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5E814-3B8E-DC79-FE32-C65CA6DB0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B7096-4724-F26A-5E54-65C9EF19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670FA-E8F3-901F-3BDD-73174250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E6633-B7AF-3342-DF7C-AA99DDAB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685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DBAC-A996-CD55-9C47-F3E938C00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116C6-EEB5-21B2-FBBA-31548213A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09D66-5B55-098C-3A3E-2838D721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6C68-E170-D2AF-7A55-20BEFA6D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F7D9C-2FE0-7372-11C8-E46C7931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96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F681F-8A12-EFE6-0D29-3994625E2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D1A77-8A82-7E7B-1912-65F919DC3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A52F-F515-38BD-E700-4C01D722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3900-D72C-23F6-E2D8-CE1BD711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7C81E-9437-C8C3-9B38-2F8D4580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72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58D35-5F1B-E27E-5ADE-44F92D4F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BEA14-7326-FB45-CD17-957DCB901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29A3B-634F-0798-5577-F7C2E254A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895AA-BC44-4697-8228-09A164EBB91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8A26E-464C-D077-97A2-FC294363B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74129-046F-47CB-1056-CD8969581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2848A-23A9-4065-A0F3-71EA64724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10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file:///C:/Users/Admin/Downloads/OM%20PREST%20PPT.mp4" TargetMode="Externa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6C89-19F9-87E4-BA0E-25707A6D2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9815"/>
            <a:ext cx="9144000" cy="116835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GROUP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EC938-A351-5D63-64D3-F4F353A07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41" y="3233395"/>
            <a:ext cx="9144000" cy="3007150"/>
          </a:xfrm>
        </p:spPr>
        <p:txBody>
          <a:bodyPr>
            <a:normAutofit lnSpcReduction="10000"/>
          </a:bodyPr>
          <a:lstStyle/>
          <a:p>
            <a:r>
              <a:t>Group Project — 7 members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7ACB0-D604-C4C8-A6E0-8A8FBBF89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096" y="151117"/>
            <a:ext cx="1073429" cy="95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807B-59D1-0160-82DD-4E1C1C7F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Just-In-Time (JIT)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79585-B6DA-4D3E-3FF3-3A3E83C57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909172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Just-In-Time (JIT) is a supply chain management strategy focused on receiving material/ components only when it is required for production/ demand is generated. 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IN" sz="2600" dirty="0"/>
              <a:t>How JIT Works:</a:t>
            </a:r>
            <a:endParaRPr lang="en-US" dirty="0"/>
          </a:p>
          <a:p>
            <a:r>
              <a:rPr lang="en-US" sz="2400" b="1" dirty="0"/>
              <a:t>Sourcing:</a:t>
            </a:r>
            <a:r>
              <a:rPr lang="en-US" sz="2400" dirty="0"/>
              <a:t> Establishing strong relationships with suppliers who can deliver materials precisely when needed</a:t>
            </a:r>
            <a:endParaRPr lang="en-US" sz="2400" b="0" dirty="0">
              <a:effectLst/>
            </a:endParaRPr>
          </a:p>
          <a:p>
            <a:r>
              <a:rPr lang="en-US" sz="2400" b="1" dirty="0"/>
              <a:t>Procurement:</a:t>
            </a:r>
            <a:r>
              <a:rPr lang="en-US" sz="2400" dirty="0"/>
              <a:t> Procurement is triggered by actual customer orders or demand signals, rather than forecasts</a:t>
            </a:r>
            <a:endParaRPr lang="en-US" sz="2400" b="0" dirty="0">
              <a:effectLst/>
            </a:endParaRPr>
          </a:p>
          <a:p>
            <a:r>
              <a:rPr lang="en-US" sz="2400" b="1" dirty="0"/>
              <a:t>Delivery:</a:t>
            </a:r>
            <a:r>
              <a:rPr lang="en-US" sz="2400" dirty="0"/>
              <a:t> Materials and components arrive just in time for immediate use, minimizing inventory storage</a:t>
            </a:r>
            <a:endParaRPr lang="en-US" sz="2400" b="0" dirty="0">
              <a:effectLst/>
            </a:endParaRPr>
          </a:p>
          <a:p>
            <a:r>
              <a:rPr lang="en-US" sz="2400" b="1" dirty="0"/>
              <a:t>Continuous Improvement:</a:t>
            </a:r>
            <a:r>
              <a:rPr lang="en-US" sz="2400" dirty="0"/>
              <a:t> The entire process is continuously monitored and improved to eliminate bottlenecks and enhance efficiency</a:t>
            </a:r>
            <a:br>
              <a:rPr lang="en-US" dirty="0"/>
            </a:br>
            <a:endParaRPr lang="en-US" b="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40CDF-D6B1-FBFD-D100-656381BD8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096" y="151117"/>
            <a:ext cx="1073429" cy="95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7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38B8-BA91-A7B1-ECAD-FCB97F59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hlinkClick r:id="rId2" action="ppaction://hlinkfile"/>
              </a:rPr>
              <a:t>Video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DC60D-8BBA-AE5A-EAAA-54B548F91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096" y="151117"/>
            <a:ext cx="1073429" cy="95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90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0E47-5F78-2078-D717-87211EC3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85F11-69D4-75C7-F788-28FB1DEFB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Demand Driven Procurement:</a:t>
            </a:r>
            <a:r>
              <a:rPr lang="en-IN" sz="2400" dirty="0"/>
              <a:t> </a:t>
            </a:r>
            <a:r>
              <a:rPr lang="en-US" sz="2400" dirty="0"/>
              <a:t>Due to extensive catalogs and doctor-driven demand, stocking all variants is impractical. JIT enables efficient supplier coordination and timely fulfillment</a:t>
            </a:r>
          </a:p>
          <a:p>
            <a:endParaRPr lang="en-US" sz="2400" dirty="0"/>
          </a:p>
          <a:p>
            <a:r>
              <a:rPr lang="en-US" sz="2400" b="1" dirty="0"/>
              <a:t>Inventory Optimization:</a:t>
            </a:r>
            <a:r>
              <a:rPr lang="en-US" sz="2400" dirty="0"/>
              <a:t> JIT boosts inventory turnover by minimizing holding costs and ensuring goods arrive only when needed</a:t>
            </a:r>
          </a:p>
          <a:p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Waste Reduction:</a:t>
            </a:r>
            <a:r>
              <a:rPr lang="en-US" sz="2400" dirty="0"/>
              <a:t> JIT reduces losses from expired or damaged stock—one of the biggest challenges in chemist stores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E99DD1-C826-77CE-D4E2-E76A52F2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096" y="151117"/>
            <a:ext cx="1073429" cy="95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1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0756-CF9D-8DE8-2E64-A2EB6505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44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C91BC-BE3A-8395-B2AE-766729D16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096" y="151117"/>
            <a:ext cx="1073429" cy="95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1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206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GROUP 5</vt:lpstr>
      <vt:lpstr>Just-In-Time (JIT)</vt:lpstr>
      <vt:lpstr>Video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5</dc:title>
  <dc:creator>Archis Chhatre</dc:creator>
  <cp:lastModifiedBy>Praveen Reddy</cp:lastModifiedBy>
  <cp:revision>10</cp:revision>
  <dcterms:created xsi:type="dcterms:W3CDTF">2025-06-24T12:11:32Z</dcterms:created>
  <dcterms:modified xsi:type="dcterms:W3CDTF">2026-09-10T18:40:12Z</dcterms:modified>
</cp:coreProperties>
</file>