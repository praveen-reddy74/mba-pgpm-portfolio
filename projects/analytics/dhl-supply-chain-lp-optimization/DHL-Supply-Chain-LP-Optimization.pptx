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5D67D5-391D-4218-930C-5055BEB47F8B}" v="25" dt="2025-08-10T14:14:34.5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TIKA PAKHALE" userId="98e9b242b265d961" providerId="LiveId" clId="{F65D67D5-391D-4218-930C-5055BEB47F8B}"/>
    <pc:docChg chg="undo custSel modSld">
      <pc:chgData name="VARTIKA PAKHALE" userId="98e9b242b265d961" providerId="LiveId" clId="{F65D67D5-391D-4218-930C-5055BEB47F8B}" dt="2025-08-10T14:19:03.087" v="760" actId="255"/>
      <pc:docMkLst>
        <pc:docMk/>
      </pc:docMkLst>
      <pc:sldChg chg="modSp mod">
        <pc:chgData name="VARTIKA PAKHALE" userId="98e9b242b265d961" providerId="LiveId" clId="{F65D67D5-391D-4218-930C-5055BEB47F8B}" dt="2025-08-09T07:17:27.873" v="325" actId="20577"/>
        <pc:sldMkLst>
          <pc:docMk/>
          <pc:sldMk cId="2635680149" sldId="256"/>
        </pc:sldMkLst>
        <pc:graphicFrameChg chg="modGraphic">
          <ac:chgData name="VARTIKA PAKHALE" userId="98e9b242b265d961" providerId="LiveId" clId="{F65D67D5-391D-4218-930C-5055BEB47F8B}" dt="2025-08-09T07:17:27.873" v="325" actId="20577"/>
          <ac:graphicFrameMkLst>
            <pc:docMk/>
            <pc:sldMk cId="2635680149" sldId="256"/>
            <ac:graphicFrameMk id="4" creationId="{BDD85B77-DD1C-4C2A-DB0C-06071C368BA1}"/>
          </ac:graphicFrameMkLst>
        </pc:graphicFrameChg>
      </pc:sldChg>
      <pc:sldChg chg="modSp mod">
        <pc:chgData name="VARTIKA PAKHALE" userId="98e9b242b265d961" providerId="LiveId" clId="{F65D67D5-391D-4218-930C-5055BEB47F8B}" dt="2025-08-09T08:26:52.985" v="387" actId="207"/>
        <pc:sldMkLst>
          <pc:docMk/>
          <pc:sldMk cId="1099637739" sldId="257"/>
        </pc:sldMkLst>
        <pc:spChg chg="mod">
          <ac:chgData name="VARTIKA PAKHALE" userId="98e9b242b265d961" providerId="LiveId" clId="{F65D67D5-391D-4218-930C-5055BEB47F8B}" dt="2025-08-09T08:26:52.985" v="387" actId="207"/>
          <ac:spMkLst>
            <pc:docMk/>
            <pc:sldMk cId="1099637739" sldId="257"/>
            <ac:spMk id="8" creationId="{50DD5547-847B-B65F-B799-CEEAB4167BC9}"/>
          </ac:spMkLst>
        </pc:spChg>
      </pc:sldChg>
      <pc:sldChg chg="modSp mod">
        <pc:chgData name="VARTIKA PAKHALE" userId="98e9b242b265d961" providerId="LiveId" clId="{F65D67D5-391D-4218-930C-5055BEB47F8B}" dt="2025-08-09T08:11:00.347" v="331" actId="1076"/>
        <pc:sldMkLst>
          <pc:docMk/>
          <pc:sldMk cId="1596784073" sldId="258"/>
        </pc:sldMkLst>
        <pc:spChg chg="mod">
          <ac:chgData name="VARTIKA PAKHALE" userId="98e9b242b265d961" providerId="LiveId" clId="{F65D67D5-391D-4218-930C-5055BEB47F8B}" dt="2025-08-09T06:54:08.119" v="154" actId="20577"/>
          <ac:spMkLst>
            <pc:docMk/>
            <pc:sldMk cId="1596784073" sldId="258"/>
            <ac:spMk id="16" creationId="{8857524C-F871-5E83-3DCE-C2F3859E81FF}"/>
          </ac:spMkLst>
        </pc:spChg>
        <pc:spChg chg="mod">
          <ac:chgData name="VARTIKA PAKHALE" userId="98e9b242b265d961" providerId="LiveId" clId="{F65D67D5-391D-4218-930C-5055BEB47F8B}" dt="2025-08-09T06:54:12.843" v="158" actId="20577"/>
          <ac:spMkLst>
            <pc:docMk/>
            <pc:sldMk cId="1596784073" sldId="258"/>
            <ac:spMk id="17" creationId="{9DA92341-1886-2C6D-90B7-F746DBCE3CD6}"/>
          </ac:spMkLst>
        </pc:spChg>
        <pc:spChg chg="mod">
          <ac:chgData name="VARTIKA PAKHALE" userId="98e9b242b265d961" providerId="LiveId" clId="{F65D67D5-391D-4218-930C-5055BEB47F8B}" dt="2025-08-09T06:55:26.955" v="192" actId="20577"/>
          <ac:spMkLst>
            <pc:docMk/>
            <pc:sldMk cId="1596784073" sldId="258"/>
            <ac:spMk id="27" creationId="{7B85D7FF-CE7D-82A0-4A87-7CDE1BEA906E}"/>
          </ac:spMkLst>
        </pc:spChg>
        <pc:spChg chg="mod">
          <ac:chgData name="VARTIKA PAKHALE" userId="98e9b242b265d961" providerId="LiveId" clId="{F65D67D5-391D-4218-930C-5055BEB47F8B}" dt="2025-08-09T06:55:22.635" v="188" actId="20577"/>
          <ac:spMkLst>
            <pc:docMk/>
            <pc:sldMk cId="1596784073" sldId="258"/>
            <ac:spMk id="28" creationId="{754911CF-A387-9AE3-ED97-E8BC760278CF}"/>
          </ac:spMkLst>
        </pc:spChg>
        <pc:spChg chg="mod">
          <ac:chgData name="VARTIKA PAKHALE" userId="98e9b242b265d961" providerId="LiveId" clId="{F65D67D5-391D-4218-930C-5055BEB47F8B}" dt="2025-08-09T06:55:17.285" v="182" actId="20577"/>
          <ac:spMkLst>
            <pc:docMk/>
            <pc:sldMk cId="1596784073" sldId="258"/>
            <ac:spMk id="29" creationId="{8E212B8C-22C8-6DD4-E154-F4B2E5ADE528}"/>
          </ac:spMkLst>
        </pc:spChg>
        <pc:spChg chg="mod">
          <ac:chgData name="VARTIKA PAKHALE" userId="98e9b242b265d961" providerId="LiveId" clId="{F65D67D5-391D-4218-930C-5055BEB47F8B}" dt="2025-08-09T06:55:12.603" v="178" actId="20577"/>
          <ac:spMkLst>
            <pc:docMk/>
            <pc:sldMk cId="1596784073" sldId="258"/>
            <ac:spMk id="30" creationId="{C87A8D84-D17C-4B46-4206-853B45BD73A0}"/>
          </ac:spMkLst>
        </pc:spChg>
        <pc:spChg chg="mod">
          <ac:chgData name="VARTIKA PAKHALE" userId="98e9b242b265d961" providerId="LiveId" clId="{F65D67D5-391D-4218-930C-5055BEB47F8B}" dt="2025-08-09T06:55:07.426" v="174" actId="20577"/>
          <ac:spMkLst>
            <pc:docMk/>
            <pc:sldMk cId="1596784073" sldId="258"/>
            <ac:spMk id="31" creationId="{CAC6E082-88FE-5EB6-1F6F-DB7A547200CA}"/>
          </ac:spMkLst>
        </pc:spChg>
        <pc:spChg chg="mod">
          <ac:chgData name="VARTIKA PAKHALE" userId="98e9b242b265d961" providerId="LiveId" clId="{F65D67D5-391D-4218-930C-5055BEB47F8B}" dt="2025-08-09T06:54:58.413" v="166" actId="20577"/>
          <ac:spMkLst>
            <pc:docMk/>
            <pc:sldMk cId="1596784073" sldId="258"/>
            <ac:spMk id="32" creationId="{7CAF7B6C-3DA0-D592-39EB-25B3C843B564}"/>
          </ac:spMkLst>
        </pc:spChg>
        <pc:spChg chg="mod">
          <ac:chgData name="VARTIKA PAKHALE" userId="98e9b242b265d961" providerId="LiveId" clId="{F65D67D5-391D-4218-930C-5055BEB47F8B}" dt="2025-08-09T06:54:50.966" v="162" actId="20577"/>
          <ac:spMkLst>
            <pc:docMk/>
            <pc:sldMk cId="1596784073" sldId="258"/>
            <ac:spMk id="33" creationId="{E0BE3831-B501-9D85-6B08-D1BCCB7A7D25}"/>
          </ac:spMkLst>
        </pc:spChg>
        <pc:picChg chg="mod">
          <ac:chgData name="VARTIKA PAKHALE" userId="98e9b242b265d961" providerId="LiveId" clId="{F65D67D5-391D-4218-930C-5055BEB47F8B}" dt="2025-08-09T08:11:00.347" v="331" actId="1076"/>
          <ac:picMkLst>
            <pc:docMk/>
            <pc:sldMk cId="1596784073" sldId="258"/>
            <ac:picMk id="4" creationId="{6E61BD97-CDD4-B617-C8D8-F351074258CD}"/>
          </ac:picMkLst>
        </pc:picChg>
      </pc:sldChg>
      <pc:sldChg chg="addSp delSp modSp mod">
        <pc:chgData name="VARTIKA PAKHALE" userId="98e9b242b265d961" providerId="LiveId" clId="{F65D67D5-391D-4218-930C-5055BEB47F8B}" dt="2025-08-10T13:06:23.808" v="640" actId="113"/>
        <pc:sldMkLst>
          <pc:docMk/>
          <pc:sldMk cId="4294135452" sldId="259"/>
        </pc:sldMkLst>
        <pc:spChg chg="mod">
          <ac:chgData name="VARTIKA PAKHALE" userId="98e9b242b265d961" providerId="LiveId" clId="{F65D67D5-391D-4218-930C-5055BEB47F8B}" dt="2025-08-10T12:55:33.546" v="402" actId="1076"/>
          <ac:spMkLst>
            <pc:docMk/>
            <pc:sldMk cId="4294135452" sldId="259"/>
            <ac:spMk id="2" creationId="{53EC082E-7259-61BF-D0A1-854915FEF1D9}"/>
          </ac:spMkLst>
        </pc:spChg>
        <pc:spChg chg="del mod">
          <ac:chgData name="VARTIKA PAKHALE" userId="98e9b242b265d961" providerId="LiveId" clId="{F65D67D5-391D-4218-930C-5055BEB47F8B}" dt="2025-08-09T07:04:40.808" v="227" actId="478"/>
          <ac:spMkLst>
            <pc:docMk/>
            <pc:sldMk cId="4294135452" sldId="259"/>
            <ac:spMk id="3" creationId="{502DBF19-5CA8-1EA5-99E9-03B22257AD2A}"/>
          </ac:spMkLst>
        </pc:spChg>
        <pc:spChg chg="add del mod">
          <ac:chgData name="VARTIKA PAKHALE" userId="98e9b242b265d961" providerId="LiveId" clId="{F65D67D5-391D-4218-930C-5055BEB47F8B}" dt="2025-08-10T12:55:44.536" v="404"/>
          <ac:spMkLst>
            <pc:docMk/>
            <pc:sldMk cId="4294135452" sldId="259"/>
            <ac:spMk id="3" creationId="{A6E1298A-3691-DF63-6286-BDC2F1ACEF3B}"/>
          </ac:spMkLst>
        </pc:spChg>
        <pc:spChg chg="add mod">
          <ac:chgData name="VARTIKA PAKHALE" userId="98e9b242b265d961" providerId="LiveId" clId="{F65D67D5-391D-4218-930C-5055BEB47F8B}" dt="2025-08-10T13:06:23.808" v="640" actId="113"/>
          <ac:spMkLst>
            <pc:docMk/>
            <pc:sldMk cId="4294135452" sldId="259"/>
            <ac:spMk id="5" creationId="{7931599B-1AFE-C950-81E1-80B79B84C0F3}"/>
          </ac:spMkLst>
        </pc:spChg>
        <pc:picChg chg="add mod modCrop">
          <ac:chgData name="VARTIKA PAKHALE" userId="98e9b242b265d961" providerId="LiveId" clId="{F65D67D5-391D-4218-930C-5055BEB47F8B}" dt="2025-08-10T13:05:21.716" v="631" actId="14100"/>
          <ac:picMkLst>
            <pc:docMk/>
            <pc:sldMk cId="4294135452" sldId="259"/>
            <ac:picMk id="6" creationId="{B73E6A3A-4DD0-B7E2-D904-894015734DF9}"/>
          </ac:picMkLst>
        </pc:picChg>
        <pc:picChg chg="add del mod">
          <ac:chgData name="VARTIKA PAKHALE" userId="98e9b242b265d961" providerId="LiveId" clId="{F65D67D5-391D-4218-930C-5055BEB47F8B}" dt="2025-08-10T13:04:34.620" v="622" actId="478"/>
          <ac:picMkLst>
            <pc:docMk/>
            <pc:sldMk cId="4294135452" sldId="259"/>
            <ac:picMk id="8" creationId="{9FB3A8BD-ACE3-D34E-41C0-C056EB8D5F41}"/>
          </ac:picMkLst>
        </pc:picChg>
        <pc:picChg chg="add mod">
          <ac:chgData name="VARTIKA PAKHALE" userId="98e9b242b265d961" providerId="LiveId" clId="{F65D67D5-391D-4218-930C-5055BEB47F8B}" dt="2025-08-10T13:05:13.154" v="629" actId="14100"/>
          <ac:picMkLst>
            <pc:docMk/>
            <pc:sldMk cId="4294135452" sldId="259"/>
            <ac:picMk id="10" creationId="{E1BD09CA-DE2E-DAAD-5229-B4F66EF60D00}"/>
          </ac:picMkLst>
        </pc:picChg>
      </pc:sldChg>
      <pc:sldChg chg="addSp delSp modSp mod">
        <pc:chgData name="VARTIKA PAKHALE" userId="98e9b242b265d961" providerId="LiveId" clId="{F65D67D5-391D-4218-930C-5055BEB47F8B}" dt="2025-08-10T13:55:27.889" v="704" actId="1076"/>
        <pc:sldMkLst>
          <pc:docMk/>
          <pc:sldMk cId="3813457773" sldId="260"/>
        </pc:sldMkLst>
        <pc:spChg chg="del">
          <ac:chgData name="VARTIKA PAKHALE" userId="98e9b242b265d961" providerId="LiveId" clId="{F65D67D5-391D-4218-930C-5055BEB47F8B}" dt="2025-08-09T07:05:18.033" v="248" actId="478"/>
          <ac:spMkLst>
            <pc:docMk/>
            <pc:sldMk cId="3813457773" sldId="260"/>
            <ac:spMk id="2" creationId="{A49CD52F-52B3-EBC6-67F8-00F9A7EC62CD}"/>
          </ac:spMkLst>
        </pc:spChg>
        <pc:spChg chg="mod">
          <ac:chgData name="VARTIKA PAKHALE" userId="98e9b242b265d961" providerId="LiveId" clId="{F65D67D5-391D-4218-930C-5055BEB47F8B}" dt="2025-08-09T07:05:40.487" v="253" actId="113"/>
          <ac:spMkLst>
            <pc:docMk/>
            <pc:sldMk cId="3813457773" sldId="260"/>
            <ac:spMk id="3" creationId="{67FD4886-5612-629F-A6E7-E96F514E6559}"/>
          </ac:spMkLst>
        </pc:spChg>
        <pc:spChg chg="add del mod">
          <ac:chgData name="VARTIKA PAKHALE" userId="98e9b242b265d961" providerId="LiveId" clId="{F65D67D5-391D-4218-930C-5055BEB47F8B}" dt="2025-08-10T13:40:49.071" v="688"/>
          <ac:spMkLst>
            <pc:docMk/>
            <pc:sldMk cId="3813457773" sldId="260"/>
            <ac:spMk id="7" creationId="{26AC2FFF-F745-28E6-C517-0BAC284203F4}"/>
          </ac:spMkLst>
        </pc:spChg>
        <pc:spChg chg="add mod">
          <ac:chgData name="VARTIKA PAKHALE" userId="98e9b242b265d961" providerId="LiveId" clId="{F65D67D5-391D-4218-930C-5055BEB47F8B}" dt="2025-08-10T13:55:27.889" v="704" actId="1076"/>
          <ac:spMkLst>
            <pc:docMk/>
            <pc:sldMk cId="3813457773" sldId="260"/>
            <ac:spMk id="8" creationId="{365DC382-5ADC-5A9B-83B2-FA6ECABB5E68}"/>
          </ac:spMkLst>
        </pc:spChg>
        <pc:picChg chg="add mod">
          <ac:chgData name="VARTIKA PAKHALE" userId="98e9b242b265d961" providerId="LiveId" clId="{F65D67D5-391D-4218-930C-5055BEB47F8B}" dt="2025-08-10T13:18:02.765" v="685" actId="14100"/>
          <ac:picMkLst>
            <pc:docMk/>
            <pc:sldMk cId="3813457773" sldId="260"/>
            <ac:picMk id="5" creationId="{374AE0F4-2438-84FA-DFC8-127BFAE61248}"/>
          </ac:picMkLst>
        </pc:picChg>
        <pc:picChg chg="add del mod">
          <ac:chgData name="VARTIKA PAKHALE" userId="98e9b242b265d961" providerId="LiveId" clId="{F65D67D5-391D-4218-930C-5055BEB47F8B}" dt="2025-08-10T13:17:46.851" v="679" actId="478"/>
          <ac:picMkLst>
            <pc:docMk/>
            <pc:sldMk cId="3813457773" sldId="260"/>
            <ac:picMk id="6" creationId="{D38D34AA-D166-6DF4-782E-DE3665BC8704}"/>
          </ac:picMkLst>
        </pc:picChg>
      </pc:sldChg>
      <pc:sldChg chg="addSp delSp modSp mod">
        <pc:chgData name="VARTIKA PAKHALE" userId="98e9b242b265d961" providerId="LiveId" clId="{F65D67D5-391D-4218-930C-5055BEB47F8B}" dt="2025-08-10T13:59:28.669" v="724" actId="732"/>
        <pc:sldMkLst>
          <pc:docMk/>
          <pc:sldMk cId="2893191713" sldId="261"/>
        </pc:sldMkLst>
        <pc:spChg chg="mod">
          <ac:chgData name="VARTIKA PAKHALE" userId="98e9b242b265d961" providerId="LiveId" clId="{F65D67D5-391D-4218-930C-5055BEB47F8B}" dt="2025-08-09T07:09:42.335" v="294" actId="1076"/>
          <ac:spMkLst>
            <pc:docMk/>
            <pc:sldMk cId="2893191713" sldId="261"/>
            <ac:spMk id="2" creationId="{22496C69-355F-B698-1DD4-81F9523FD64E}"/>
          </ac:spMkLst>
        </pc:spChg>
        <pc:spChg chg="mod">
          <ac:chgData name="VARTIKA PAKHALE" userId="98e9b242b265d961" providerId="LiveId" clId="{F65D67D5-391D-4218-930C-5055BEB47F8B}" dt="2025-08-09T07:09:46.601" v="295" actId="1076"/>
          <ac:spMkLst>
            <pc:docMk/>
            <pc:sldMk cId="2893191713" sldId="261"/>
            <ac:spMk id="3" creationId="{A2F9E3BA-882E-B11E-66E6-7530AD8BA009}"/>
          </ac:spMkLst>
        </pc:spChg>
        <pc:picChg chg="add del mod">
          <ac:chgData name="VARTIKA PAKHALE" userId="98e9b242b265d961" providerId="LiveId" clId="{F65D67D5-391D-4218-930C-5055BEB47F8B}" dt="2025-08-10T13:57:45.876" v="705" actId="478"/>
          <ac:picMkLst>
            <pc:docMk/>
            <pc:sldMk cId="2893191713" sldId="261"/>
            <ac:picMk id="6" creationId="{D2752254-54F5-FDBA-404E-7903F33E485D}"/>
          </ac:picMkLst>
        </pc:picChg>
        <pc:picChg chg="add mod modCrop">
          <ac:chgData name="VARTIKA PAKHALE" userId="98e9b242b265d961" providerId="LiveId" clId="{F65D67D5-391D-4218-930C-5055BEB47F8B}" dt="2025-08-10T13:59:10.681" v="722" actId="1076"/>
          <ac:picMkLst>
            <pc:docMk/>
            <pc:sldMk cId="2893191713" sldId="261"/>
            <ac:picMk id="7" creationId="{4D448DEA-8C0A-D42D-232E-DDC827B3EF52}"/>
          </ac:picMkLst>
        </pc:picChg>
        <pc:picChg chg="add mod modCrop">
          <ac:chgData name="VARTIKA PAKHALE" userId="98e9b242b265d961" providerId="LiveId" clId="{F65D67D5-391D-4218-930C-5055BEB47F8B}" dt="2025-08-10T13:59:28.669" v="724" actId="732"/>
          <ac:picMkLst>
            <pc:docMk/>
            <pc:sldMk cId="2893191713" sldId="261"/>
            <ac:picMk id="9" creationId="{E8F4FD92-94BF-6B46-4067-60C08B8C9DD3}"/>
          </ac:picMkLst>
        </pc:picChg>
      </pc:sldChg>
      <pc:sldChg chg="addSp delSp modSp mod">
        <pc:chgData name="VARTIKA PAKHALE" userId="98e9b242b265d961" providerId="LiveId" clId="{F65D67D5-391D-4218-930C-5055BEB47F8B}" dt="2025-08-10T14:19:03.087" v="760" actId="255"/>
        <pc:sldMkLst>
          <pc:docMk/>
          <pc:sldMk cId="4196943105" sldId="262"/>
        </pc:sldMkLst>
        <pc:spChg chg="mod">
          <ac:chgData name="VARTIKA PAKHALE" userId="98e9b242b265d961" providerId="LiveId" clId="{F65D67D5-391D-4218-930C-5055BEB47F8B}" dt="2025-08-10T14:19:03.087" v="760" actId="255"/>
          <ac:spMkLst>
            <pc:docMk/>
            <pc:sldMk cId="4196943105" sldId="262"/>
            <ac:spMk id="2" creationId="{96BD5DB6-C06D-7BF4-BDD8-055C43A53E7F}"/>
          </ac:spMkLst>
        </pc:spChg>
        <pc:spChg chg="del">
          <ac:chgData name="VARTIKA PAKHALE" userId="98e9b242b265d961" providerId="LiveId" clId="{F65D67D5-391D-4218-930C-5055BEB47F8B}" dt="2025-08-09T06:58:06.909" v="212" actId="478"/>
          <ac:spMkLst>
            <pc:docMk/>
            <pc:sldMk cId="4196943105" sldId="262"/>
            <ac:spMk id="3" creationId="{406DACDC-7E34-C24D-EC52-9BB2E67D6BFC}"/>
          </ac:spMkLst>
        </pc:spChg>
        <pc:spChg chg="add mod">
          <ac:chgData name="VARTIKA PAKHALE" userId="98e9b242b265d961" providerId="LiveId" clId="{F65D67D5-391D-4218-930C-5055BEB47F8B}" dt="2025-08-10T14:15:33.256" v="755" actId="1076"/>
          <ac:spMkLst>
            <pc:docMk/>
            <pc:sldMk cId="4196943105" sldId="262"/>
            <ac:spMk id="3" creationId="{EF0ECE27-D08C-8E52-FB67-858A7DAB61F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374067-F679-42E0-A24B-82077376231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22071FF-716A-4F76-B1A8-3DD3EE7ECEE5}">
      <dgm:prSet phldrT="[Text]"/>
      <dgm:spPr/>
      <dgm:t>
        <a:bodyPr/>
        <a:lstStyle/>
        <a:p>
          <a:r>
            <a:rPr lang="en-IN" dirty="0"/>
            <a:t>MINIMIZE</a:t>
          </a:r>
        </a:p>
      </dgm:t>
    </dgm:pt>
    <dgm:pt modelId="{E3570C4D-6F9D-4ABE-9989-F46A85C062FA}" type="parTrans" cxnId="{7A37FF0B-FB7B-46DA-A9E0-ED7F3831BB74}">
      <dgm:prSet/>
      <dgm:spPr/>
      <dgm:t>
        <a:bodyPr/>
        <a:lstStyle/>
        <a:p>
          <a:endParaRPr lang="en-IN"/>
        </a:p>
      </dgm:t>
    </dgm:pt>
    <dgm:pt modelId="{3A838352-3D15-4592-8E66-F9924C5041EB}" type="sibTrans" cxnId="{7A37FF0B-FB7B-46DA-A9E0-ED7F3831BB74}">
      <dgm:prSet/>
      <dgm:spPr/>
      <dgm:t>
        <a:bodyPr/>
        <a:lstStyle/>
        <a:p>
          <a:endParaRPr lang="en-IN"/>
        </a:p>
      </dgm:t>
    </dgm:pt>
    <dgm:pt modelId="{68EC72DF-9379-4820-92A9-15AB5D0DA384}">
      <dgm:prSet phldrT="[Text]"/>
      <dgm:spPr/>
      <dgm:t>
        <a:bodyPr/>
        <a:lstStyle/>
        <a:p>
          <a:r>
            <a:rPr lang="en-IN" dirty="0"/>
            <a:t>COST</a:t>
          </a:r>
        </a:p>
      </dgm:t>
    </dgm:pt>
    <dgm:pt modelId="{125C9E9E-89CD-4BCB-B38B-3FBB5DE510EF}" type="parTrans" cxnId="{C28B9F21-080B-4FFE-A781-FFE830DE2CEE}">
      <dgm:prSet/>
      <dgm:spPr/>
      <dgm:t>
        <a:bodyPr/>
        <a:lstStyle/>
        <a:p>
          <a:endParaRPr lang="en-IN"/>
        </a:p>
      </dgm:t>
    </dgm:pt>
    <dgm:pt modelId="{314149EC-0F63-4131-85D0-C0F8780BEAC6}" type="sibTrans" cxnId="{C28B9F21-080B-4FFE-A781-FFE830DE2CEE}">
      <dgm:prSet/>
      <dgm:spPr/>
      <dgm:t>
        <a:bodyPr/>
        <a:lstStyle/>
        <a:p>
          <a:endParaRPr lang="en-IN"/>
        </a:p>
      </dgm:t>
    </dgm:pt>
    <dgm:pt modelId="{79AE6763-679C-4D62-98C6-CCBC39AAFC51}">
      <dgm:prSet phldrT="[Text]"/>
      <dgm:spPr/>
      <dgm:t>
        <a:bodyPr/>
        <a:lstStyle/>
        <a:p>
          <a:r>
            <a:rPr lang="en-IN" dirty="0"/>
            <a:t>Production Cost</a:t>
          </a:r>
        </a:p>
      </dgm:t>
    </dgm:pt>
    <dgm:pt modelId="{3B7F6465-5E2A-4647-B741-14262FE71724}" type="parTrans" cxnId="{7D966B86-10EC-41CD-90C9-EA65278960A8}">
      <dgm:prSet/>
      <dgm:spPr/>
      <dgm:t>
        <a:bodyPr/>
        <a:lstStyle/>
        <a:p>
          <a:endParaRPr lang="en-IN"/>
        </a:p>
      </dgm:t>
    </dgm:pt>
    <dgm:pt modelId="{E634D6E7-895B-4EBB-A92C-E401B08CD839}" type="sibTrans" cxnId="{7D966B86-10EC-41CD-90C9-EA65278960A8}">
      <dgm:prSet/>
      <dgm:spPr/>
      <dgm:t>
        <a:bodyPr/>
        <a:lstStyle/>
        <a:p>
          <a:endParaRPr lang="en-IN"/>
        </a:p>
      </dgm:t>
    </dgm:pt>
    <dgm:pt modelId="{AA083463-EC81-47AB-A12B-522F199053BE}">
      <dgm:prSet phldrT="[Text]"/>
      <dgm:spPr/>
      <dgm:t>
        <a:bodyPr/>
        <a:lstStyle/>
        <a:p>
          <a:r>
            <a:rPr lang="en-IN" b="1" dirty="0">
              <a:solidFill>
                <a:srgbClr val="FF0000"/>
              </a:solidFill>
            </a:rPr>
            <a:t>Shipping Cost</a:t>
          </a:r>
        </a:p>
      </dgm:t>
    </dgm:pt>
    <dgm:pt modelId="{2D133525-5D1C-49E2-A977-9C923FE7114B}" type="parTrans" cxnId="{AC47FF9B-1ECC-4866-B5B0-C1C101A143D0}">
      <dgm:prSet/>
      <dgm:spPr/>
      <dgm:t>
        <a:bodyPr/>
        <a:lstStyle/>
        <a:p>
          <a:endParaRPr lang="en-IN"/>
        </a:p>
      </dgm:t>
    </dgm:pt>
    <dgm:pt modelId="{CB9AD49B-00A3-46E3-832C-680E00B503C6}" type="sibTrans" cxnId="{AC47FF9B-1ECC-4866-B5B0-C1C101A143D0}">
      <dgm:prSet/>
      <dgm:spPr/>
      <dgm:t>
        <a:bodyPr/>
        <a:lstStyle/>
        <a:p>
          <a:endParaRPr lang="en-IN"/>
        </a:p>
      </dgm:t>
    </dgm:pt>
    <dgm:pt modelId="{77AB5423-8A24-430A-BC42-618BBD2F939B}">
      <dgm:prSet phldrT="[Text]"/>
      <dgm:spPr/>
      <dgm:t>
        <a:bodyPr/>
        <a:lstStyle/>
        <a:p>
          <a:r>
            <a:rPr lang="en-IN" dirty="0"/>
            <a:t>CO2 EMISSIONS</a:t>
          </a:r>
        </a:p>
      </dgm:t>
    </dgm:pt>
    <dgm:pt modelId="{3C14F64D-6428-4B77-9780-2BFA68588348}" type="parTrans" cxnId="{86105901-747F-45B5-8A9E-44299A4BEE29}">
      <dgm:prSet/>
      <dgm:spPr/>
      <dgm:t>
        <a:bodyPr/>
        <a:lstStyle/>
        <a:p>
          <a:endParaRPr lang="en-IN"/>
        </a:p>
      </dgm:t>
    </dgm:pt>
    <dgm:pt modelId="{499532E0-1414-4143-BFA0-E8E2D6FFD0F1}" type="sibTrans" cxnId="{86105901-747F-45B5-8A9E-44299A4BEE29}">
      <dgm:prSet/>
      <dgm:spPr/>
      <dgm:t>
        <a:bodyPr/>
        <a:lstStyle/>
        <a:p>
          <a:endParaRPr lang="en-IN"/>
        </a:p>
      </dgm:t>
    </dgm:pt>
    <dgm:pt modelId="{A4E9D250-BA47-47A0-8348-C0EAD35F251E}" type="pres">
      <dgm:prSet presAssocID="{D2374067-F679-42E0-A24B-82077376231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EC79844-B0CE-4198-8A0A-E11BC56B7598}" type="pres">
      <dgm:prSet presAssocID="{822071FF-716A-4F76-B1A8-3DD3EE7ECEE5}" presName="hierRoot1" presStyleCnt="0"/>
      <dgm:spPr/>
    </dgm:pt>
    <dgm:pt modelId="{F65C92D9-7481-4C68-AB6C-B72AF68B75F4}" type="pres">
      <dgm:prSet presAssocID="{822071FF-716A-4F76-B1A8-3DD3EE7ECEE5}" presName="composite" presStyleCnt="0"/>
      <dgm:spPr/>
    </dgm:pt>
    <dgm:pt modelId="{06E7744A-4DDA-4C62-9D50-4560A21F30BD}" type="pres">
      <dgm:prSet presAssocID="{822071FF-716A-4F76-B1A8-3DD3EE7ECEE5}" presName="background" presStyleLbl="node0" presStyleIdx="0" presStyleCnt="1"/>
      <dgm:spPr/>
    </dgm:pt>
    <dgm:pt modelId="{0E8DB91D-16C8-4830-A6F6-44126A51817B}" type="pres">
      <dgm:prSet presAssocID="{822071FF-716A-4F76-B1A8-3DD3EE7ECEE5}" presName="text" presStyleLbl="fgAcc0" presStyleIdx="0" presStyleCnt="1">
        <dgm:presLayoutVars>
          <dgm:chPref val="3"/>
        </dgm:presLayoutVars>
      </dgm:prSet>
      <dgm:spPr/>
    </dgm:pt>
    <dgm:pt modelId="{391158D8-D81B-4A73-B4F9-F8379F31C0DC}" type="pres">
      <dgm:prSet presAssocID="{822071FF-716A-4F76-B1A8-3DD3EE7ECEE5}" presName="hierChild2" presStyleCnt="0"/>
      <dgm:spPr/>
    </dgm:pt>
    <dgm:pt modelId="{6E10FB84-4C09-40D1-A821-45857DF5378A}" type="pres">
      <dgm:prSet presAssocID="{125C9E9E-89CD-4BCB-B38B-3FBB5DE510EF}" presName="Name10" presStyleLbl="parChTrans1D2" presStyleIdx="0" presStyleCnt="2"/>
      <dgm:spPr/>
    </dgm:pt>
    <dgm:pt modelId="{F2378CC2-9EB7-4503-8E68-3AD6A5716D0F}" type="pres">
      <dgm:prSet presAssocID="{68EC72DF-9379-4820-92A9-15AB5D0DA384}" presName="hierRoot2" presStyleCnt="0"/>
      <dgm:spPr/>
    </dgm:pt>
    <dgm:pt modelId="{BBAF085E-7CF8-4E52-BA51-E93248D8684D}" type="pres">
      <dgm:prSet presAssocID="{68EC72DF-9379-4820-92A9-15AB5D0DA384}" presName="composite2" presStyleCnt="0"/>
      <dgm:spPr/>
    </dgm:pt>
    <dgm:pt modelId="{EDF4D0B9-8FBE-4F2F-8152-C702DA3BA400}" type="pres">
      <dgm:prSet presAssocID="{68EC72DF-9379-4820-92A9-15AB5D0DA384}" presName="background2" presStyleLbl="node2" presStyleIdx="0" presStyleCnt="2"/>
      <dgm:spPr/>
    </dgm:pt>
    <dgm:pt modelId="{6B22A9D6-A194-4002-A72E-5583AC2BEAB3}" type="pres">
      <dgm:prSet presAssocID="{68EC72DF-9379-4820-92A9-15AB5D0DA384}" presName="text2" presStyleLbl="fgAcc2" presStyleIdx="0" presStyleCnt="2">
        <dgm:presLayoutVars>
          <dgm:chPref val="3"/>
        </dgm:presLayoutVars>
      </dgm:prSet>
      <dgm:spPr/>
    </dgm:pt>
    <dgm:pt modelId="{CC898094-18BE-4282-A360-BD43DC9070C2}" type="pres">
      <dgm:prSet presAssocID="{68EC72DF-9379-4820-92A9-15AB5D0DA384}" presName="hierChild3" presStyleCnt="0"/>
      <dgm:spPr/>
    </dgm:pt>
    <dgm:pt modelId="{5C9B6918-BE32-4307-A2BB-5FBAA5FD6989}" type="pres">
      <dgm:prSet presAssocID="{3B7F6465-5E2A-4647-B741-14262FE71724}" presName="Name17" presStyleLbl="parChTrans1D3" presStyleIdx="0" presStyleCnt="2"/>
      <dgm:spPr/>
    </dgm:pt>
    <dgm:pt modelId="{C97E41A4-E41A-45D2-9240-94E70DD2C3AB}" type="pres">
      <dgm:prSet presAssocID="{79AE6763-679C-4D62-98C6-CCBC39AAFC51}" presName="hierRoot3" presStyleCnt="0"/>
      <dgm:spPr/>
    </dgm:pt>
    <dgm:pt modelId="{C2CBFDD4-1FBA-459E-BDDA-5EB89285370A}" type="pres">
      <dgm:prSet presAssocID="{79AE6763-679C-4D62-98C6-CCBC39AAFC51}" presName="composite3" presStyleCnt="0"/>
      <dgm:spPr/>
    </dgm:pt>
    <dgm:pt modelId="{39A0CA31-0018-4C53-89A0-C8CB5F354D58}" type="pres">
      <dgm:prSet presAssocID="{79AE6763-679C-4D62-98C6-CCBC39AAFC51}" presName="background3" presStyleLbl="node3" presStyleIdx="0" presStyleCnt="2"/>
      <dgm:spPr/>
    </dgm:pt>
    <dgm:pt modelId="{BB4E08C8-CBA3-4C77-A63C-2FCE75D08237}" type="pres">
      <dgm:prSet presAssocID="{79AE6763-679C-4D62-98C6-CCBC39AAFC51}" presName="text3" presStyleLbl="fgAcc3" presStyleIdx="0" presStyleCnt="2">
        <dgm:presLayoutVars>
          <dgm:chPref val="3"/>
        </dgm:presLayoutVars>
      </dgm:prSet>
      <dgm:spPr/>
    </dgm:pt>
    <dgm:pt modelId="{34940D2A-BE38-4881-840F-D636C0DD9900}" type="pres">
      <dgm:prSet presAssocID="{79AE6763-679C-4D62-98C6-CCBC39AAFC51}" presName="hierChild4" presStyleCnt="0"/>
      <dgm:spPr/>
    </dgm:pt>
    <dgm:pt modelId="{171E8166-F04B-4406-813C-6A97D1D35360}" type="pres">
      <dgm:prSet presAssocID="{2D133525-5D1C-49E2-A977-9C923FE7114B}" presName="Name17" presStyleLbl="parChTrans1D3" presStyleIdx="1" presStyleCnt="2"/>
      <dgm:spPr/>
    </dgm:pt>
    <dgm:pt modelId="{BF5F3FB6-7121-4690-92F6-C8479013E50B}" type="pres">
      <dgm:prSet presAssocID="{AA083463-EC81-47AB-A12B-522F199053BE}" presName="hierRoot3" presStyleCnt="0"/>
      <dgm:spPr/>
    </dgm:pt>
    <dgm:pt modelId="{58EA444D-3F61-43DD-AF4E-FEF2FBB87364}" type="pres">
      <dgm:prSet presAssocID="{AA083463-EC81-47AB-A12B-522F199053BE}" presName="composite3" presStyleCnt="0"/>
      <dgm:spPr/>
    </dgm:pt>
    <dgm:pt modelId="{A58A60A6-BCFC-4B01-AB0E-B35C96CA1C8F}" type="pres">
      <dgm:prSet presAssocID="{AA083463-EC81-47AB-A12B-522F199053BE}" presName="background3" presStyleLbl="node3" presStyleIdx="1" presStyleCnt="2"/>
      <dgm:spPr/>
    </dgm:pt>
    <dgm:pt modelId="{54378AF5-0677-490A-A339-590EA0D8A2D0}" type="pres">
      <dgm:prSet presAssocID="{AA083463-EC81-47AB-A12B-522F199053BE}" presName="text3" presStyleLbl="fgAcc3" presStyleIdx="1" presStyleCnt="2">
        <dgm:presLayoutVars>
          <dgm:chPref val="3"/>
        </dgm:presLayoutVars>
      </dgm:prSet>
      <dgm:spPr/>
    </dgm:pt>
    <dgm:pt modelId="{43F3DBA4-42E7-4555-876B-BB277BDC7D1B}" type="pres">
      <dgm:prSet presAssocID="{AA083463-EC81-47AB-A12B-522F199053BE}" presName="hierChild4" presStyleCnt="0"/>
      <dgm:spPr/>
    </dgm:pt>
    <dgm:pt modelId="{A6F6D002-9DE5-4284-B723-0DF506540C50}" type="pres">
      <dgm:prSet presAssocID="{3C14F64D-6428-4B77-9780-2BFA68588348}" presName="Name10" presStyleLbl="parChTrans1D2" presStyleIdx="1" presStyleCnt="2"/>
      <dgm:spPr/>
    </dgm:pt>
    <dgm:pt modelId="{EDC7CCDC-092B-421A-B90E-58DC4FAA9138}" type="pres">
      <dgm:prSet presAssocID="{77AB5423-8A24-430A-BC42-618BBD2F939B}" presName="hierRoot2" presStyleCnt="0"/>
      <dgm:spPr/>
    </dgm:pt>
    <dgm:pt modelId="{2C6CECAA-FA99-4AA3-9327-56E655983CA8}" type="pres">
      <dgm:prSet presAssocID="{77AB5423-8A24-430A-BC42-618BBD2F939B}" presName="composite2" presStyleCnt="0"/>
      <dgm:spPr/>
    </dgm:pt>
    <dgm:pt modelId="{B93B477A-463E-4509-A97F-CBE9F018663A}" type="pres">
      <dgm:prSet presAssocID="{77AB5423-8A24-430A-BC42-618BBD2F939B}" presName="background2" presStyleLbl="node2" presStyleIdx="1" presStyleCnt="2"/>
      <dgm:spPr/>
    </dgm:pt>
    <dgm:pt modelId="{355BC859-4188-4216-A1C1-8A887AF8F55B}" type="pres">
      <dgm:prSet presAssocID="{77AB5423-8A24-430A-BC42-618BBD2F939B}" presName="text2" presStyleLbl="fgAcc2" presStyleIdx="1" presStyleCnt="2">
        <dgm:presLayoutVars>
          <dgm:chPref val="3"/>
        </dgm:presLayoutVars>
      </dgm:prSet>
      <dgm:spPr/>
    </dgm:pt>
    <dgm:pt modelId="{53B653B8-3D4B-456D-9759-0A5A81DF296B}" type="pres">
      <dgm:prSet presAssocID="{77AB5423-8A24-430A-BC42-618BBD2F939B}" presName="hierChild3" presStyleCnt="0"/>
      <dgm:spPr/>
    </dgm:pt>
  </dgm:ptLst>
  <dgm:cxnLst>
    <dgm:cxn modelId="{86105901-747F-45B5-8A9E-44299A4BEE29}" srcId="{822071FF-716A-4F76-B1A8-3DD3EE7ECEE5}" destId="{77AB5423-8A24-430A-BC42-618BBD2F939B}" srcOrd="1" destOrd="0" parTransId="{3C14F64D-6428-4B77-9780-2BFA68588348}" sibTransId="{499532E0-1414-4143-BFA0-E8E2D6FFD0F1}"/>
    <dgm:cxn modelId="{7A37FF0B-FB7B-46DA-A9E0-ED7F3831BB74}" srcId="{D2374067-F679-42E0-A24B-820773762318}" destId="{822071FF-716A-4F76-B1A8-3DD3EE7ECEE5}" srcOrd="0" destOrd="0" parTransId="{E3570C4D-6F9D-4ABE-9989-F46A85C062FA}" sibTransId="{3A838352-3D15-4592-8E66-F9924C5041EB}"/>
    <dgm:cxn modelId="{C28B9F21-080B-4FFE-A781-FFE830DE2CEE}" srcId="{822071FF-716A-4F76-B1A8-3DD3EE7ECEE5}" destId="{68EC72DF-9379-4820-92A9-15AB5D0DA384}" srcOrd="0" destOrd="0" parTransId="{125C9E9E-89CD-4BCB-B38B-3FBB5DE510EF}" sibTransId="{314149EC-0F63-4131-85D0-C0F8780BEAC6}"/>
    <dgm:cxn modelId="{1190EA64-B8EA-4955-A807-7C422F0FC6A2}" type="presOf" srcId="{3C14F64D-6428-4B77-9780-2BFA68588348}" destId="{A6F6D002-9DE5-4284-B723-0DF506540C50}" srcOrd="0" destOrd="0" presId="urn:microsoft.com/office/officeart/2005/8/layout/hierarchy1"/>
    <dgm:cxn modelId="{CE8A2384-694A-40C7-89ED-5E4B3569F7BA}" type="presOf" srcId="{2D133525-5D1C-49E2-A977-9C923FE7114B}" destId="{171E8166-F04B-4406-813C-6A97D1D35360}" srcOrd="0" destOrd="0" presId="urn:microsoft.com/office/officeart/2005/8/layout/hierarchy1"/>
    <dgm:cxn modelId="{48EE9E84-F15B-4128-9D34-B18DB4A2839D}" type="presOf" srcId="{79AE6763-679C-4D62-98C6-CCBC39AAFC51}" destId="{BB4E08C8-CBA3-4C77-A63C-2FCE75D08237}" srcOrd="0" destOrd="0" presId="urn:microsoft.com/office/officeart/2005/8/layout/hierarchy1"/>
    <dgm:cxn modelId="{7D966B86-10EC-41CD-90C9-EA65278960A8}" srcId="{68EC72DF-9379-4820-92A9-15AB5D0DA384}" destId="{79AE6763-679C-4D62-98C6-CCBC39AAFC51}" srcOrd="0" destOrd="0" parTransId="{3B7F6465-5E2A-4647-B741-14262FE71724}" sibTransId="{E634D6E7-895B-4EBB-A92C-E401B08CD839}"/>
    <dgm:cxn modelId="{F9CDD18A-EE89-4D1D-B1F9-DDB25F14D302}" type="presOf" srcId="{3B7F6465-5E2A-4647-B741-14262FE71724}" destId="{5C9B6918-BE32-4307-A2BB-5FBAA5FD6989}" srcOrd="0" destOrd="0" presId="urn:microsoft.com/office/officeart/2005/8/layout/hierarchy1"/>
    <dgm:cxn modelId="{AC47FF9B-1ECC-4866-B5B0-C1C101A143D0}" srcId="{68EC72DF-9379-4820-92A9-15AB5D0DA384}" destId="{AA083463-EC81-47AB-A12B-522F199053BE}" srcOrd="1" destOrd="0" parTransId="{2D133525-5D1C-49E2-A977-9C923FE7114B}" sibTransId="{CB9AD49B-00A3-46E3-832C-680E00B503C6}"/>
    <dgm:cxn modelId="{69993FBE-EDB8-4372-A2DB-72BB216A5726}" type="presOf" srcId="{77AB5423-8A24-430A-BC42-618BBD2F939B}" destId="{355BC859-4188-4216-A1C1-8A887AF8F55B}" srcOrd="0" destOrd="0" presId="urn:microsoft.com/office/officeart/2005/8/layout/hierarchy1"/>
    <dgm:cxn modelId="{76538DC5-08EC-4B5E-943D-28747F0C3B53}" type="presOf" srcId="{D2374067-F679-42E0-A24B-820773762318}" destId="{A4E9D250-BA47-47A0-8348-C0EAD35F251E}" srcOrd="0" destOrd="0" presId="urn:microsoft.com/office/officeart/2005/8/layout/hierarchy1"/>
    <dgm:cxn modelId="{4D6C7FC9-2784-46B3-8978-2C88BF5830BB}" type="presOf" srcId="{AA083463-EC81-47AB-A12B-522F199053BE}" destId="{54378AF5-0677-490A-A339-590EA0D8A2D0}" srcOrd="0" destOrd="0" presId="urn:microsoft.com/office/officeart/2005/8/layout/hierarchy1"/>
    <dgm:cxn modelId="{4AF0B8CB-F137-4731-9A7C-2C6464B46879}" type="presOf" srcId="{68EC72DF-9379-4820-92A9-15AB5D0DA384}" destId="{6B22A9D6-A194-4002-A72E-5583AC2BEAB3}" srcOrd="0" destOrd="0" presId="urn:microsoft.com/office/officeart/2005/8/layout/hierarchy1"/>
    <dgm:cxn modelId="{9C5826E9-E308-4573-B585-CC414B3DEEB5}" type="presOf" srcId="{125C9E9E-89CD-4BCB-B38B-3FBB5DE510EF}" destId="{6E10FB84-4C09-40D1-A821-45857DF5378A}" srcOrd="0" destOrd="0" presId="urn:microsoft.com/office/officeart/2005/8/layout/hierarchy1"/>
    <dgm:cxn modelId="{CB0A6AFF-4173-435A-8B5D-CA81FCC39A4F}" type="presOf" srcId="{822071FF-716A-4F76-B1A8-3DD3EE7ECEE5}" destId="{0E8DB91D-16C8-4830-A6F6-44126A51817B}" srcOrd="0" destOrd="0" presId="urn:microsoft.com/office/officeart/2005/8/layout/hierarchy1"/>
    <dgm:cxn modelId="{2DFB956C-21E3-4CC7-8C11-3B066082F378}" type="presParOf" srcId="{A4E9D250-BA47-47A0-8348-C0EAD35F251E}" destId="{EEC79844-B0CE-4198-8A0A-E11BC56B7598}" srcOrd="0" destOrd="0" presId="urn:microsoft.com/office/officeart/2005/8/layout/hierarchy1"/>
    <dgm:cxn modelId="{29ED5E87-40FC-4B3B-8E95-245FE9DA6327}" type="presParOf" srcId="{EEC79844-B0CE-4198-8A0A-E11BC56B7598}" destId="{F65C92D9-7481-4C68-AB6C-B72AF68B75F4}" srcOrd="0" destOrd="0" presId="urn:microsoft.com/office/officeart/2005/8/layout/hierarchy1"/>
    <dgm:cxn modelId="{FDE31FEA-8C45-4FBB-A4F5-0A5CDEEF43BA}" type="presParOf" srcId="{F65C92D9-7481-4C68-AB6C-B72AF68B75F4}" destId="{06E7744A-4DDA-4C62-9D50-4560A21F30BD}" srcOrd="0" destOrd="0" presId="urn:microsoft.com/office/officeart/2005/8/layout/hierarchy1"/>
    <dgm:cxn modelId="{3266F9BF-9C15-45EB-ADC0-C6A433A33637}" type="presParOf" srcId="{F65C92D9-7481-4C68-AB6C-B72AF68B75F4}" destId="{0E8DB91D-16C8-4830-A6F6-44126A51817B}" srcOrd="1" destOrd="0" presId="urn:microsoft.com/office/officeart/2005/8/layout/hierarchy1"/>
    <dgm:cxn modelId="{07ECC5F7-D9D8-469C-8110-3C300470A2F7}" type="presParOf" srcId="{EEC79844-B0CE-4198-8A0A-E11BC56B7598}" destId="{391158D8-D81B-4A73-B4F9-F8379F31C0DC}" srcOrd="1" destOrd="0" presId="urn:microsoft.com/office/officeart/2005/8/layout/hierarchy1"/>
    <dgm:cxn modelId="{1BC4429D-A2A1-4CC9-A21F-A57677DD6E49}" type="presParOf" srcId="{391158D8-D81B-4A73-B4F9-F8379F31C0DC}" destId="{6E10FB84-4C09-40D1-A821-45857DF5378A}" srcOrd="0" destOrd="0" presId="urn:microsoft.com/office/officeart/2005/8/layout/hierarchy1"/>
    <dgm:cxn modelId="{F3DC3262-AD63-445F-BEF0-F609DBC29D10}" type="presParOf" srcId="{391158D8-D81B-4A73-B4F9-F8379F31C0DC}" destId="{F2378CC2-9EB7-4503-8E68-3AD6A5716D0F}" srcOrd="1" destOrd="0" presId="urn:microsoft.com/office/officeart/2005/8/layout/hierarchy1"/>
    <dgm:cxn modelId="{45BCBBF5-0B15-4B13-9217-900DB32AA116}" type="presParOf" srcId="{F2378CC2-9EB7-4503-8E68-3AD6A5716D0F}" destId="{BBAF085E-7CF8-4E52-BA51-E93248D8684D}" srcOrd="0" destOrd="0" presId="urn:microsoft.com/office/officeart/2005/8/layout/hierarchy1"/>
    <dgm:cxn modelId="{D9F1AB7F-FCAA-4CFD-9DDA-9DFBD191A3A7}" type="presParOf" srcId="{BBAF085E-7CF8-4E52-BA51-E93248D8684D}" destId="{EDF4D0B9-8FBE-4F2F-8152-C702DA3BA400}" srcOrd="0" destOrd="0" presId="urn:microsoft.com/office/officeart/2005/8/layout/hierarchy1"/>
    <dgm:cxn modelId="{6D79D3D7-83A6-44C6-983E-CE2AFAB881F9}" type="presParOf" srcId="{BBAF085E-7CF8-4E52-BA51-E93248D8684D}" destId="{6B22A9D6-A194-4002-A72E-5583AC2BEAB3}" srcOrd="1" destOrd="0" presId="urn:microsoft.com/office/officeart/2005/8/layout/hierarchy1"/>
    <dgm:cxn modelId="{D9219319-B954-4906-ABB9-18F414520CE2}" type="presParOf" srcId="{F2378CC2-9EB7-4503-8E68-3AD6A5716D0F}" destId="{CC898094-18BE-4282-A360-BD43DC9070C2}" srcOrd="1" destOrd="0" presId="urn:microsoft.com/office/officeart/2005/8/layout/hierarchy1"/>
    <dgm:cxn modelId="{4DF97033-4957-4BBB-8AC3-666BEF2E13D3}" type="presParOf" srcId="{CC898094-18BE-4282-A360-BD43DC9070C2}" destId="{5C9B6918-BE32-4307-A2BB-5FBAA5FD6989}" srcOrd="0" destOrd="0" presId="urn:microsoft.com/office/officeart/2005/8/layout/hierarchy1"/>
    <dgm:cxn modelId="{BADECF24-A2CC-4FCD-968D-0E3DFDB8C849}" type="presParOf" srcId="{CC898094-18BE-4282-A360-BD43DC9070C2}" destId="{C97E41A4-E41A-45D2-9240-94E70DD2C3AB}" srcOrd="1" destOrd="0" presId="urn:microsoft.com/office/officeart/2005/8/layout/hierarchy1"/>
    <dgm:cxn modelId="{778DD4B1-3A71-474A-AC8B-30FCB7C57FF7}" type="presParOf" srcId="{C97E41A4-E41A-45D2-9240-94E70DD2C3AB}" destId="{C2CBFDD4-1FBA-459E-BDDA-5EB89285370A}" srcOrd="0" destOrd="0" presId="urn:microsoft.com/office/officeart/2005/8/layout/hierarchy1"/>
    <dgm:cxn modelId="{1D258D4E-BBA8-4218-80B6-13F4FBD4A69B}" type="presParOf" srcId="{C2CBFDD4-1FBA-459E-BDDA-5EB89285370A}" destId="{39A0CA31-0018-4C53-89A0-C8CB5F354D58}" srcOrd="0" destOrd="0" presId="urn:microsoft.com/office/officeart/2005/8/layout/hierarchy1"/>
    <dgm:cxn modelId="{4DD33EDE-347E-45D0-A505-CBC3B8A28611}" type="presParOf" srcId="{C2CBFDD4-1FBA-459E-BDDA-5EB89285370A}" destId="{BB4E08C8-CBA3-4C77-A63C-2FCE75D08237}" srcOrd="1" destOrd="0" presId="urn:microsoft.com/office/officeart/2005/8/layout/hierarchy1"/>
    <dgm:cxn modelId="{0CADFA61-1B38-427B-9611-2986BC57848B}" type="presParOf" srcId="{C97E41A4-E41A-45D2-9240-94E70DD2C3AB}" destId="{34940D2A-BE38-4881-840F-D636C0DD9900}" srcOrd="1" destOrd="0" presId="urn:microsoft.com/office/officeart/2005/8/layout/hierarchy1"/>
    <dgm:cxn modelId="{D324C13D-4BE9-42D1-A20D-978B8585AE3B}" type="presParOf" srcId="{CC898094-18BE-4282-A360-BD43DC9070C2}" destId="{171E8166-F04B-4406-813C-6A97D1D35360}" srcOrd="2" destOrd="0" presId="urn:microsoft.com/office/officeart/2005/8/layout/hierarchy1"/>
    <dgm:cxn modelId="{D9740AB1-F2A7-4377-B5D0-AFA1E05EC658}" type="presParOf" srcId="{CC898094-18BE-4282-A360-BD43DC9070C2}" destId="{BF5F3FB6-7121-4690-92F6-C8479013E50B}" srcOrd="3" destOrd="0" presId="urn:microsoft.com/office/officeart/2005/8/layout/hierarchy1"/>
    <dgm:cxn modelId="{1A0FD8E4-AD1A-41F3-9297-05CE138FC7A0}" type="presParOf" srcId="{BF5F3FB6-7121-4690-92F6-C8479013E50B}" destId="{58EA444D-3F61-43DD-AF4E-FEF2FBB87364}" srcOrd="0" destOrd="0" presId="urn:microsoft.com/office/officeart/2005/8/layout/hierarchy1"/>
    <dgm:cxn modelId="{3973530E-542D-43FC-B81E-7A1BB13FEA8E}" type="presParOf" srcId="{58EA444D-3F61-43DD-AF4E-FEF2FBB87364}" destId="{A58A60A6-BCFC-4B01-AB0E-B35C96CA1C8F}" srcOrd="0" destOrd="0" presId="urn:microsoft.com/office/officeart/2005/8/layout/hierarchy1"/>
    <dgm:cxn modelId="{35449416-1EA4-4BF6-9ACF-1EB40461B38B}" type="presParOf" srcId="{58EA444D-3F61-43DD-AF4E-FEF2FBB87364}" destId="{54378AF5-0677-490A-A339-590EA0D8A2D0}" srcOrd="1" destOrd="0" presId="urn:microsoft.com/office/officeart/2005/8/layout/hierarchy1"/>
    <dgm:cxn modelId="{38FB3D21-0B21-491D-A9B2-41C38DE8148E}" type="presParOf" srcId="{BF5F3FB6-7121-4690-92F6-C8479013E50B}" destId="{43F3DBA4-42E7-4555-876B-BB277BDC7D1B}" srcOrd="1" destOrd="0" presId="urn:microsoft.com/office/officeart/2005/8/layout/hierarchy1"/>
    <dgm:cxn modelId="{1A633D9D-5BC5-4C04-901D-7F2D38FB214B}" type="presParOf" srcId="{391158D8-D81B-4A73-B4F9-F8379F31C0DC}" destId="{A6F6D002-9DE5-4284-B723-0DF506540C50}" srcOrd="2" destOrd="0" presId="urn:microsoft.com/office/officeart/2005/8/layout/hierarchy1"/>
    <dgm:cxn modelId="{1576986D-5B04-4885-85A8-C70FAC6D9E00}" type="presParOf" srcId="{391158D8-D81B-4A73-B4F9-F8379F31C0DC}" destId="{EDC7CCDC-092B-421A-B90E-58DC4FAA9138}" srcOrd="3" destOrd="0" presId="urn:microsoft.com/office/officeart/2005/8/layout/hierarchy1"/>
    <dgm:cxn modelId="{D8C6AB9E-6236-406E-9570-FF3A58FACCC8}" type="presParOf" srcId="{EDC7CCDC-092B-421A-B90E-58DC4FAA9138}" destId="{2C6CECAA-FA99-4AA3-9327-56E655983CA8}" srcOrd="0" destOrd="0" presId="urn:microsoft.com/office/officeart/2005/8/layout/hierarchy1"/>
    <dgm:cxn modelId="{6B218E33-C152-435D-AF0D-F5086282B43C}" type="presParOf" srcId="{2C6CECAA-FA99-4AA3-9327-56E655983CA8}" destId="{B93B477A-463E-4509-A97F-CBE9F018663A}" srcOrd="0" destOrd="0" presId="urn:microsoft.com/office/officeart/2005/8/layout/hierarchy1"/>
    <dgm:cxn modelId="{3FFFD4A8-EAFE-47A0-8E51-7B2B4B239330}" type="presParOf" srcId="{2C6CECAA-FA99-4AA3-9327-56E655983CA8}" destId="{355BC859-4188-4216-A1C1-8A887AF8F55B}" srcOrd="1" destOrd="0" presId="urn:microsoft.com/office/officeart/2005/8/layout/hierarchy1"/>
    <dgm:cxn modelId="{30357211-49CE-4F9B-90D4-F6E35FA4AEC1}" type="presParOf" srcId="{EDC7CCDC-092B-421A-B90E-58DC4FAA9138}" destId="{53B653B8-3D4B-456D-9759-0A5A81DF296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6D002-9DE5-4284-B723-0DF506540C50}">
      <dsp:nvSpPr>
        <dsp:cNvPr id="0" name=""/>
        <dsp:cNvSpPr/>
      </dsp:nvSpPr>
      <dsp:spPr>
        <a:xfrm>
          <a:off x="3289163" y="1225930"/>
          <a:ext cx="1166050" cy="5549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8171"/>
              </a:lnTo>
              <a:lnTo>
                <a:pt x="1166050" y="378171"/>
              </a:lnTo>
              <a:lnTo>
                <a:pt x="1166050" y="55493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1E8166-F04B-4406-813C-6A97D1D35360}">
      <dsp:nvSpPr>
        <dsp:cNvPr id="0" name=""/>
        <dsp:cNvSpPr/>
      </dsp:nvSpPr>
      <dsp:spPr>
        <a:xfrm>
          <a:off x="2123113" y="2992497"/>
          <a:ext cx="1166050" cy="5549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8171"/>
              </a:lnTo>
              <a:lnTo>
                <a:pt x="1166050" y="378171"/>
              </a:lnTo>
              <a:lnTo>
                <a:pt x="1166050" y="5549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9B6918-BE32-4307-A2BB-5FBAA5FD6989}">
      <dsp:nvSpPr>
        <dsp:cNvPr id="0" name=""/>
        <dsp:cNvSpPr/>
      </dsp:nvSpPr>
      <dsp:spPr>
        <a:xfrm>
          <a:off x="957062" y="2992497"/>
          <a:ext cx="1166050" cy="554934"/>
        </a:xfrm>
        <a:custGeom>
          <a:avLst/>
          <a:gdLst/>
          <a:ahLst/>
          <a:cxnLst/>
          <a:rect l="0" t="0" r="0" b="0"/>
          <a:pathLst>
            <a:path>
              <a:moveTo>
                <a:pt x="1166050" y="0"/>
              </a:moveTo>
              <a:lnTo>
                <a:pt x="1166050" y="378171"/>
              </a:lnTo>
              <a:lnTo>
                <a:pt x="0" y="378171"/>
              </a:lnTo>
              <a:lnTo>
                <a:pt x="0" y="5549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10FB84-4C09-40D1-A821-45857DF5378A}">
      <dsp:nvSpPr>
        <dsp:cNvPr id="0" name=""/>
        <dsp:cNvSpPr/>
      </dsp:nvSpPr>
      <dsp:spPr>
        <a:xfrm>
          <a:off x="2123113" y="1225930"/>
          <a:ext cx="1166050" cy="554934"/>
        </a:xfrm>
        <a:custGeom>
          <a:avLst/>
          <a:gdLst/>
          <a:ahLst/>
          <a:cxnLst/>
          <a:rect l="0" t="0" r="0" b="0"/>
          <a:pathLst>
            <a:path>
              <a:moveTo>
                <a:pt x="1166050" y="0"/>
              </a:moveTo>
              <a:lnTo>
                <a:pt x="1166050" y="378171"/>
              </a:lnTo>
              <a:lnTo>
                <a:pt x="0" y="378171"/>
              </a:lnTo>
              <a:lnTo>
                <a:pt x="0" y="55493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E7744A-4DDA-4C62-9D50-4560A21F30BD}">
      <dsp:nvSpPr>
        <dsp:cNvPr id="0" name=""/>
        <dsp:cNvSpPr/>
      </dsp:nvSpPr>
      <dsp:spPr>
        <a:xfrm>
          <a:off x="2335122" y="14297"/>
          <a:ext cx="1908082" cy="1211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8DB91D-16C8-4830-A6F6-44126A51817B}">
      <dsp:nvSpPr>
        <dsp:cNvPr id="0" name=""/>
        <dsp:cNvSpPr/>
      </dsp:nvSpPr>
      <dsp:spPr>
        <a:xfrm>
          <a:off x="2547131" y="215706"/>
          <a:ext cx="1908082" cy="1211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MINIMIZE</a:t>
          </a:r>
        </a:p>
      </dsp:txBody>
      <dsp:txXfrm>
        <a:off x="2582618" y="251193"/>
        <a:ext cx="1837108" cy="1140658"/>
      </dsp:txXfrm>
    </dsp:sp>
    <dsp:sp modelId="{EDF4D0B9-8FBE-4F2F-8152-C702DA3BA400}">
      <dsp:nvSpPr>
        <dsp:cNvPr id="0" name=""/>
        <dsp:cNvSpPr/>
      </dsp:nvSpPr>
      <dsp:spPr>
        <a:xfrm>
          <a:off x="1169071" y="1780864"/>
          <a:ext cx="1908082" cy="1211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2A9D6-A194-4002-A72E-5583AC2BEAB3}">
      <dsp:nvSpPr>
        <dsp:cNvPr id="0" name=""/>
        <dsp:cNvSpPr/>
      </dsp:nvSpPr>
      <dsp:spPr>
        <a:xfrm>
          <a:off x="1381080" y="1982273"/>
          <a:ext cx="1908082" cy="1211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COST</a:t>
          </a:r>
        </a:p>
      </dsp:txBody>
      <dsp:txXfrm>
        <a:off x="1416567" y="2017760"/>
        <a:ext cx="1837108" cy="1140658"/>
      </dsp:txXfrm>
    </dsp:sp>
    <dsp:sp modelId="{39A0CA31-0018-4C53-89A0-C8CB5F354D58}">
      <dsp:nvSpPr>
        <dsp:cNvPr id="0" name=""/>
        <dsp:cNvSpPr/>
      </dsp:nvSpPr>
      <dsp:spPr>
        <a:xfrm>
          <a:off x="3020" y="3547431"/>
          <a:ext cx="1908082" cy="1211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E08C8-CBA3-4C77-A63C-2FCE75D08237}">
      <dsp:nvSpPr>
        <dsp:cNvPr id="0" name=""/>
        <dsp:cNvSpPr/>
      </dsp:nvSpPr>
      <dsp:spPr>
        <a:xfrm>
          <a:off x="215030" y="3748840"/>
          <a:ext cx="1908082" cy="1211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Production Cost</a:t>
          </a:r>
        </a:p>
      </dsp:txBody>
      <dsp:txXfrm>
        <a:off x="250517" y="3784327"/>
        <a:ext cx="1837108" cy="1140658"/>
      </dsp:txXfrm>
    </dsp:sp>
    <dsp:sp modelId="{A58A60A6-BCFC-4B01-AB0E-B35C96CA1C8F}">
      <dsp:nvSpPr>
        <dsp:cNvPr id="0" name=""/>
        <dsp:cNvSpPr/>
      </dsp:nvSpPr>
      <dsp:spPr>
        <a:xfrm>
          <a:off x="2335122" y="3547431"/>
          <a:ext cx="1908082" cy="1211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78AF5-0677-490A-A339-590EA0D8A2D0}">
      <dsp:nvSpPr>
        <dsp:cNvPr id="0" name=""/>
        <dsp:cNvSpPr/>
      </dsp:nvSpPr>
      <dsp:spPr>
        <a:xfrm>
          <a:off x="2547131" y="3748840"/>
          <a:ext cx="1908082" cy="1211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rgbClr val="FF0000"/>
              </a:solidFill>
            </a:rPr>
            <a:t>Shipping Cost</a:t>
          </a:r>
        </a:p>
      </dsp:txBody>
      <dsp:txXfrm>
        <a:off x="2582618" y="3784327"/>
        <a:ext cx="1837108" cy="1140658"/>
      </dsp:txXfrm>
    </dsp:sp>
    <dsp:sp modelId="{B93B477A-463E-4509-A97F-CBE9F018663A}">
      <dsp:nvSpPr>
        <dsp:cNvPr id="0" name=""/>
        <dsp:cNvSpPr/>
      </dsp:nvSpPr>
      <dsp:spPr>
        <a:xfrm>
          <a:off x="3501172" y="1780864"/>
          <a:ext cx="1908082" cy="1211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BC859-4188-4216-A1C1-8A887AF8F55B}">
      <dsp:nvSpPr>
        <dsp:cNvPr id="0" name=""/>
        <dsp:cNvSpPr/>
      </dsp:nvSpPr>
      <dsp:spPr>
        <a:xfrm>
          <a:off x="3713182" y="1982273"/>
          <a:ext cx="1908082" cy="1211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CO2 EMISSIONS</a:t>
          </a:r>
        </a:p>
      </dsp:txBody>
      <dsp:txXfrm>
        <a:off x="3748669" y="2017760"/>
        <a:ext cx="1837108" cy="11406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D43E0-28C1-A01B-A7E8-1D0E04BF7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13085-B799-99AF-589F-7820E533F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DC5F-6400-0FE4-E1ED-A666A3BFB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F0D4-9538-42CE-8737-DC1A35F89E38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6BB0A-8A08-F9B7-6EC3-BBF22FD21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03BE8-58A5-6BF2-B233-25D333F9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1B41-3004-44A0-AE58-E1064DF0C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246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2099B-3188-5764-7281-5154436EA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CC202-743C-5A24-DB0D-18B59F581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89E29-95A7-4DD5-1E44-FA741DB5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F0D4-9538-42CE-8737-DC1A35F89E38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3EA27-AC36-E3E8-C5E5-79242B60D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6867A-948F-023C-2646-91919C91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1B41-3004-44A0-AE58-E1064DF0C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08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9207C-38D5-EA7E-ECE2-B86FE39E8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52509-F362-1C17-473E-9F766626C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E427F-5C8B-557A-4F1A-34BB54D5F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F0D4-9538-42CE-8737-DC1A35F89E38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51EAA-E5C8-72E5-A15E-245C2DC6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C0DB2-A2E4-3B71-3E6E-6BE394C3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1B41-3004-44A0-AE58-E1064DF0C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85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3C2E-9784-72DF-7AAF-C8C62C13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14474-8D6E-3034-1372-6931942E21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C9356-6823-85B6-03FD-500CA2F73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EA719-5F7D-4105-DD81-2621B2461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F0D4-9538-42CE-8737-DC1A35F89E38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B4767-2D05-A71C-E546-B257EC776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512B9-5009-8E9A-8467-E72F6E66A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1B41-3004-44A0-AE58-E1064DF0C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50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A423-28C9-66A4-724F-8ECBE192A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31F5A-DD66-6E88-638C-7D4A0EB21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50978-7BF6-DE9C-8AC0-AB6E3B4F1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78E520-343E-D020-A580-85DACF88B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550DB3-B8F0-E5A4-DB33-67C97E543D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C8548-27D3-5C1C-5B80-38E5A2AA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F0D4-9538-42CE-8737-DC1A35F89E38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731B3A-6159-EC01-C6A9-ADF1BE2B5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E2AD5B-3EF6-8AF1-FF20-63D7AB290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1B41-3004-44A0-AE58-E1064DF0C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9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7CB0A-B093-E444-B5BF-73B6101A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A05EA3-C852-406B-ECA1-647DDE6B3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F0D4-9538-42CE-8737-DC1A35F89E38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81017B-F565-3CFE-B5DD-EE6B3C7F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A9DAE-3808-1752-3829-8D4B3CB89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1B41-3004-44A0-AE58-E1064DF0C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91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ECAAA9-CD85-76C9-F75E-90F4AA66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F0D4-9538-42CE-8737-DC1A35F89E38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74585D-B0A6-DB8D-3C4D-D4B23CB03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AEDEB-84E5-8280-62F1-EA296A3D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1B41-3004-44A0-AE58-E1064DF0C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120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C8310-C9A2-EC81-2A70-ED39BBE4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1EA24-639D-BEF2-8AA6-92E9F0624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3B922-E112-847B-0404-17472129B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76B12-A954-DDC8-D96C-B46A2019D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F0D4-9538-42CE-8737-DC1A35F89E38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95A39-0AC6-0CCB-0A31-8E4487DB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86977-1B76-BEAB-801F-A7623640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1B41-3004-44A0-AE58-E1064DF0C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742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6A63-3474-AA94-676B-1C9AF4E4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CCE349-25D0-C49E-CE3C-3F0ACB987F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1AE30-B435-D042-E3AA-2F55C09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5DF52-C9C2-B1A3-F385-37DE4345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F0D4-9538-42CE-8737-DC1A35F89E38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EC847-032E-0245-EEF3-7812448D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CFF3A-804E-8673-66AE-F50FBEC7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1B41-3004-44A0-AE58-E1064DF0C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508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0369C-A555-1F1D-DAB0-63C551473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045D23-EBA5-52BB-4E39-068399386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212CA-C954-33F2-0547-FF0422C6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F0D4-9538-42CE-8737-DC1A35F89E38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D8218-0E77-18F5-0C03-66B99CFB5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C5FD9-380E-3F46-FE73-7EAF6A46B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1B41-3004-44A0-AE58-E1064DF0C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79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2FBAAA-8D71-C06B-52C4-B69D395CDE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20A8D-785F-8338-CDB1-7CFE42A01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9BC4E-46A4-4428-8ACD-186F42DC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F0D4-9538-42CE-8737-DC1A35F89E38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23B7B-2BD5-1DB1-B026-2B38E95C0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FBCE3-AAFF-A01B-CDCE-220A743CD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1B41-3004-44A0-AE58-E1064DF0C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9508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61B79D-4FD2-72B3-2C6B-DDE24D70E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136D5-DB16-F4B9-CBB1-35C8DF531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3B1D8-8E98-BA7A-BE4C-049BF4797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BF0D4-9538-42CE-8737-DC1A35F89E38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3E9D9-8DA9-8BF6-50EB-B67B25955E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16775-1ABD-DB2A-5AE9-CC491BE47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F1B41-3004-44A0-AE58-E1064DF0C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13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80505-D2A2-71FE-8FAE-0A0FE7A5A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195"/>
            <a:ext cx="9144000" cy="782637"/>
          </a:xfrm>
        </p:spPr>
        <p:txBody>
          <a:bodyPr>
            <a:normAutofit fontScale="90000"/>
          </a:bodyPr>
          <a:lstStyle/>
          <a:p>
            <a:r>
              <a:rPr lang="en-IN" dirty="0"/>
              <a:t>Group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91FBF-16C6-3261-3A0F-924D89E81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300" y="492465"/>
            <a:ext cx="9938657" cy="1655762"/>
          </a:xfrm>
        </p:spPr>
        <p:txBody>
          <a:bodyPr>
            <a:noAutofit/>
          </a:bodyPr>
          <a:lstStyle/>
          <a:p>
            <a:r>
              <a:rPr lang="en-IN" sz="3600" b="1" dirty="0"/>
              <a:t>QUANTITATIVE METHODS FOR DECISION MAKING</a:t>
            </a:r>
          </a:p>
          <a:p>
            <a:r>
              <a:rPr lang="en-IN" sz="3600" b="1" dirty="0"/>
              <a:t>DHL SUPPLY CHAIN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D85B77-DD1C-4C2A-DB0C-06071C368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97176"/>
              </p:ext>
            </p:extLst>
          </p:nvPr>
        </p:nvGraphicFramePr>
        <p:xfrm>
          <a:off x="2108200" y="3223872"/>
          <a:ext cx="8128000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812917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27597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097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Group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members (names redacted for public portfolio)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541075"/>
                  </a:ext>
                </a:extLst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837325"/>
                  </a:ext>
                </a:extLst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431785"/>
                  </a:ext>
                </a:extLst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73432"/>
                  </a:ext>
                </a:extLst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29319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07240DA-2551-8CFF-7E84-0FF9F62F3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28" y="0"/>
            <a:ext cx="1483372" cy="1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80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DE726-04C8-E502-7D8F-16E54B31A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114" y="0"/>
            <a:ext cx="10515600" cy="89739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Scope &amp; Problem Identification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2192680-A2E8-E2AB-F68B-349D80F243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8843100"/>
              </p:ext>
            </p:extLst>
          </p:nvPr>
        </p:nvGraphicFramePr>
        <p:xfrm>
          <a:off x="6023428" y="1066799"/>
          <a:ext cx="5624286" cy="4974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25E603C-8EC9-4316-3A4B-7EFD5A1D2A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28" y="0"/>
            <a:ext cx="1483372" cy="15022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DD5547-847B-B65F-B799-CEEAB4167BC9}"/>
              </a:ext>
            </a:extLst>
          </p:cNvPr>
          <p:cNvSpPr txBox="1"/>
          <p:nvPr/>
        </p:nvSpPr>
        <p:spPr>
          <a:xfrm>
            <a:off x="646794" y="1107620"/>
            <a:ext cx="483234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Objective Function: Minimizing shipping cost and keeping it within the budget.</a:t>
            </a:r>
          </a:p>
          <a:p>
            <a:endParaRPr lang="en-IN" sz="2200" dirty="0"/>
          </a:p>
          <a:p>
            <a:r>
              <a:rPr lang="en-IN" sz="2200" dirty="0"/>
              <a:t>Our objective is to reduce the shipping cost and adhere to the budget of 3 Billion CNY, considering numerous numerical budget.</a:t>
            </a:r>
          </a:p>
          <a:p>
            <a:endParaRPr lang="en-IN" sz="2200" dirty="0"/>
          </a:p>
          <a:p>
            <a:r>
              <a:rPr lang="en-IN" sz="2200" dirty="0"/>
              <a:t>Total Constraints: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FF0000"/>
                </a:solidFill>
              </a:rPr>
              <a:t>Demand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FF0000"/>
                </a:solidFill>
              </a:rPr>
              <a:t>Budget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FF0000"/>
                </a:solidFill>
              </a:rPr>
              <a:t>Production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Route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Weight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CO2 Emission</a:t>
            </a:r>
          </a:p>
        </p:txBody>
      </p:sp>
    </p:spTree>
    <p:extLst>
      <p:ext uri="{BB962C8B-B14F-4D97-AF65-F5344CB8AC3E}">
        <p14:creationId xmlns:p14="http://schemas.microsoft.com/office/powerpoint/2010/main" val="109963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2B525-DECD-DD05-22EC-C8A3A4A9B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371"/>
            <a:ext cx="10515600" cy="665390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+mn-lt"/>
              </a:rPr>
              <a:t>Network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61BD97-CDD4-B617-C8D8-F35107425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28" y="64014"/>
            <a:ext cx="1483372" cy="150222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857524C-F871-5E83-3DCE-C2F3859E81FF}"/>
              </a:ext>
            </a:extLst>
          </p:cNvPr>
          <p:cNvSpPr/>
          <p:nvPr/>
        </p:nvSpPr>
        <p:spPr>
          <a:xfrm>
            <a:off x="729342" y="2379208"/>
            <a:ext cx="1483372" cy="6653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LCD 32” (A)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A92341-1886-2C6D-90B7-F746DBCE3CD6}"/>
              </a:ext>
            </a:extLst>
          </p:cNvPr>
          <p:cNvSpPr/>
          <p:nvPr/>
        </p:nvSpPr>
        <p:spPr>
          <a:xfrm>
            <a:off x="729341" y="4175350"/>
            <a:ext cx="1483373" cy="665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LCD 42” (B)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FC450C-A3B6-F883-A651-D3F3176E4411}"/>
              </a:ext>
            </a:extLst>
          </p:cNvPr>
          <p:cNvSpPr/>
          <p:nvPr/>
        </p:nvSpPr>
        <p:spPr>
          <a:xfrm>
            <a:off x="4423587" y="923248"/>
            <a:ext cx="1483372" cy="473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ODM 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7596E3-DF86-1AA1-E14E-3512ABE7CC6A}"/>
              </a:ext>
            </a:extLst>
          </p:cNvPr>
          <p:cNvSpPr/>
          <p:nvPr/>
        </p:nvSpPr>
        <p:spPr>
          <a:xfrm>
            <a:off x="4431561" y="6072191"/>
            <a:ext cx="1483372" cy="4735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ODM 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C7AEB3-FAB9-A499-D720-294838BB8161}"/>
              </a:ext>
            </a:extLst>
          </p:cNvPr>
          <p:cNvSpPr/>
          <p:nvPr/>
        </p:nvSpPr>
        <p:spPr>
          <a:xfrm>
            <a:off x="4453333" y="5231949"/>
            <a:ext cx="1483372" cy="473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ODM 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42C95-B99E-4CD4-9C87-1B23DA36DF17}"/>
              </a:ext>
            </a:extLst>
          </p:cNvPr>
          <p:cNvSpPr/>
          <p:nvPr/>
        </p:nvSpPr>
        <p:spPr>
          <a:xfrm>
            <a:off x="4453332" y="4391706"/>
            <a:ext cx="1468499" cy="473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ODM 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ABE506-0787-D122-43CE-C820DBA54842}"/>
              </a:ext>
            </a:extLst>
          </p:cNvPr>
          <p:cNvSpPr/>
          <p:nvPr/>
        </p:nvSpPr>
        <p:spPr>
          <a:xfrm>
            <a:off x="4423587" y="3558611"/>
            <a:ext cx="1483372" cy="473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ODM 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C034D8-9666-84DB-8408-A9BA16A4DCA7}"/>
              </a:ext>
            </a:extLst>
          </p:cNvPr>
          <p:cNvSpPr/>
          <p:nvPr/>
        </p:nvSpPr>
        <p:spPr>
          <a:xfrm>
            <a:off x="4423587" y="2663601"/>
            <a:ext cx="1483372" cy="473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ODM 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1B482-7F24-2D5A-99FE-7B1D3848118E}"/>
              </a:ext>
            </a:extLst>
          </p:cNvPr>
          <p:cNvSpPr/>
          <p:nvPr/>
        </p:nvSpPr>
        <p:spPr>
          <a:xfrm>
            <a:off x="4423587" y="1756005"/>
            <a:ext cx="1483372" cy="473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ODM 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85D7FF-CE7D-82A0-4A87-7CDE1BEA906E}"/>
              </a:ext>
            </a:extLst>
          </p:cNvPr>
          <p:cNvSpPr/>
          <p:nvPr/>
        </p:nvSpPr>
        <p:spPr>
          <a:xfrm>
            <a:off x="8992135" y="6066751"/>
            <a:ext cx="1483372" cy="473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Water (7)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4911CF-A387-9AE3-ED97-E8BC760278CF}"/>
              </a:ext>
            </a:extLst>
          </p:cNvPr>
          <p:cNvSpPr/>
          <p:nvPr/>
        </p:nvSpPr>
        <p:spPr>
          <a:xfrm>
            <a:off x="8992135" y="5231949"/>
            <a:ext cx="1483372" cy="473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Rail (6)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212B8C-22C8-6DD4-E154-F4B2E5ADE528}"/>
              </a:ext>
            </a:extLst>
          </p:cNvPr>
          <p:cNvSpPr/>
          <p:nvPr/>
        </p:nvSpPr>
        <p:spPr>
          <a:xfrm>
            <a:off x="8992135" y="4395547"/>
            <a:ext cx="1483372" cy="473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Road Network (5)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7A8D84-D17C-4B46-4206-853B45BD73A0}"/>
              </a:ext>
            </a:extLst>
          </p:cNvPr>
          <p:cNvSpPr/>
          <p:nvPr/>
        </p:nvSpPr>
        <p:spPr>
          <a:xfrm>
            <a:off x="8992135" y="3507293"/>
            <a:ext cx="1483372" cy="473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Road LTL (4)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C6E082-88FE-5EB6-1F6F-DB7A547200CA}"/>
              </a:ext>
            </a:extLst>
          </p:cNvPr>
          <p:cNvSpPr/>
          <p:nvPr/>
        </p:nvSpPr>
        <p:spPr>
          <a:xfrm>
            <a:off x="8992135" y="2628190"/>
            <a:ext cx="1483372" cy="473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Road (3)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AF7B6C-3DA0-D592-39EB-25B3C843B564}"/>
              </a:ext>
            </a:extLst>
          </p:cNvPr>
          <p:cNvSpPr/>
          <p:nvPr/>
        </p:nvSpPr>
        <p:spPr>
          <a:xfrm>
            <a:off x="8992135" y="1735713"/>
            <a:ext cx="1483372" cy="473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Express Air (2)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0BE3831-B501-9D85-6B08-D1BCCB7A7D25}"/>
              </a:ext>
            </a:extLst>
          </p:cNvPr>
          <p:cNvSpPr/>
          <p:nvPr/>
        </p:nvSpPr>
        <p:spPr>
          <a:xfrm>
            <a:off x="8992135" y="923248"/>
            <a:ext cx="1483372" cy="473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Air (1)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7C3DF62-23F2-3527-A251-7A7657729024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 flipV="1">
            <a:off x="2212714" y="1160011"/>
            <a:ext cx="2210873" cy="15518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F4D8981-1C33-6407-0B86-84A5D54C3FEA}"/>
              </a:ext>
            </a:extLst>
          </p:cNvPr>
          <p:cNvCxnSpPr>
            <a:cxnSpLocks/>
            <a:stCxn id="16" idx="3"/>
            <a:endCxn id="25" idx="1"/>
          </p:cNvCxnSpPr>
          <p:nvPr/>
        </p:nvCxnSpPr>
        <p:spPr>
          <a:xfrm flipV="1">
            <a:off x="2212714" y="1992768"/>
            <a:ext cx="2210873" cy="7191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DCE8E72-CBEB-548C-5EF9-FF25D8704ED1}"/>
              </a:ext>
            </a:extLst>
          </p:cNvPr>
          <p:cNvCxnSpPr>
            <a:stCxn id="17" idx="3"/>
          </p:cNvCxnSpPr>
          <p:nvPr/>
        </p:nvCxnSpPr>
        <p:spPr>
          <a:xfrm flipV="1">
            <a:off x="2212714" y="1284514"/>
            <a:ext cx="2210873" cy="322353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FEE4823-E830-234B-5AEA-D5CE7A7239B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2212714" y="1992768"/>
            <a:ext cx="2210873" cy="251527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EA4A4C6-B75A-A7CF-5495-3AECA82503B2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>
          <a:xfrm flipV="1">
            <a:off x="2212714" y="2900365"/>
            <a:ext cx="2210873" cy="160768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32F8180-90E5-EB6D-EDF5-E88D32C9C655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 flipV="1">
            <a:off x="2212714" y="3795375"/>
            <a:ext cx="2210873" cy="71267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5D84E93-E446-FA4A-7A47-0046534084F1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>
            <a:off x="2212714" y="4508046"/>
            <a:ext cx="2240618" cy="12042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57A01C2-CB88-7736-DFEE-77A5F2D513F7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>
            <a:off x="2212714" y="4508046"/>
            <a:ext cx="2240619" cy="96066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523E0D3-7137-231F-6419-9EFAD604A37D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2212714" y="4508046"/>
            <a:ext cx="2218847" cy="180090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D4604A7-6DC5-280E-6B88-7FB94295DA32}"/>
              </a:ext>
            </a:extLst>
          </p:cNvPr>
          <p:cNvCxnSpPr>
            <a:stCxn id="18" idx="3"/>
            <a:endCxn id="33" idx="1"/>
          </p:cNvCxnSpPr>
          <p:nvPr/>
        </p:nvCxnSpPr>
        <p:spPr>
          <a:xfrm>
            <a:off x="5906959" y="1160011"/>
            <a:ext cx="30851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26C559F-B0EF-276C-2B10-DBF2C345D9F2}"/>
              </a:ext>
            </a:extLst>
          </p:cNvPr>
          <p:cNvCxnSpPr>
            <a:stCxn id="25" idx="3"/>
            <a:endCxn id="32" idx="1"/>
          </p:cNvCxnSpPr>
          <p:nvPr/>
        </p:nvCxnSpPr>
        <p:spPr>
          <a:xfrm flipV="1">
            <a:off x="5906959" y="1972476"/>
            <a:ext cx="3085176" cy="20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8266891-59D7-23B0-54FF-7774C70B4441}"/>
              </a:ext>
            </a:extLst>
          </p:cNvPr>
          <p:cNvCxnSpPr>
            <a:stCxn id="24" idx="3"/>
            <a:endCxn id="31" idx="1"/>
          </p:cNvCxnSpPr>
          <p:nvPr/>
        </p:nvCxnSpPr>
        <p:spPr>
          <a:xfrm flipV="1">
            <a:off x="5906959" y="2864953"/>
            <a:ext cx="3085176" cy="35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B137753-64D2-750B-81F5-94D50C8B00E2}"/>
              </a:ext>
            </a:extLst>
          </p:cNvPr>
          <p:cNvCxnSpPr>
            <a:stCxn id="23" idx="3"/>
            <a:endCxn id="30" idx="1"/>
          </p:cNvCxnSpPr>
          <p:nvPr/>
        </p:nvCxnSpPr>
        <p:spPr>
          <a:xfrm flipV="1">
            <a:off x="5906959" y="3744056"/>
            <a:ext cx="3085176" cy="51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29CD70D-71C4-FF55-8077-DB3F52CCC2CB}"/>
              </a:ext>
            </a:extLst>
          </p:cNvPr>
          <p:cNvCxnSpPr>
            <a:stCxn id="22" idx="3"/>
            <a:endCxn id="29" idx="1"/>
          </p:cNvCxnSpPr>
          <p:nvPr/>
        </p:nvCxnSpPr>
        <p:spPr>
          <a:xfrm>
            <a:off x="5921831" y="4628469"/>
            <a:ext cx="3070304" cy="3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9157A4B-B47F-8BC0-21BA-3FF7A31CD668}"/>
              </a:ext>
            </a:extLst>
          </p:cNvPr>
          <p:cNvCxnSpPr>
            <a:stCxn id="21" idx="3"/>
            <a:endCxn id="28" idx="1"/>
          </p:cNvCxnSpPr>
          <p:nvPr/>
        </p:nvCxnSpPr>
        <p:spPr>
          <a:xfrm flipV="1">
            <a:off x="5936705" y="5468712"/>
            <a:ext cx="305543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312B76D-F555-F15D-22C1-95F980DA162A}"/>
              </a:ext>
            </a:extLst>
          </p:cNvPr>
          <p:cNvCxnSpPr>
            <a:stCxn id="20" idx="3"/>
            <a:endCxn id="27" idx="1"/>
          </p:cNvCxnSpPr>
          <p:nvPr/>
        </p:nvCxnSpPr>
        <p:spPr>
          <a:xfrm flipV="1">
            <a:off x="5914933" y="6303514"/>
            <a:ext cx="3077202" cy="5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FD9FEDF-9F8B-D78A-C068-64233333B81E}"/>
              </a:ext>
            </a:extLst>
          </p:cNvPr>
          <p:cNvCxnSpPr>
            <a:stCxn id="18" idx="3"/>
            <a:endCxn id="32" idx="1"/>
          </p:cNvCxnSpPr>
          <p:nvPr/>
        </p:nvCxnSpPr>
        <p:spPr>
          <a:xfrm>
            <a:off x="5906959" y="1160011"/>
            <a:ext cx="3085176" cy="812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D68E52C-84A0-E515-1CA9-FF6FFDEDD335}"/>
              </a:ext>
            </a:extLst>
          </p:cNvPr>
          <p:cNvCxnSpPr>
            <a:stCxn id="18" idx="3"/>
            <a:endCxn id="31" idx="1"/>
          </p:cNvCxnSpPr>
          <p:nvPr/>
        </p:nvCxnSpPr>
        <p:spPr>
          <a:xfrm>
            <a:off x="5906959" y="1160011"/>
            <a:ext cx="3085176" cy="170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530731F-ADAF-A69E-7768-131BDE867D8B}"/>
              </a:ext>
            </a:extLst>
          </p:cNvPr>
          <p:cNvCxnSpPr>
            <a:stCxn id="18" idx="3"/>
            <a:endCxn id="30" idx="1"/>
          </p:cNvCxnSpPr>
          <p:nvPr/>
        </p:nvCxnSpPr>
        <p:spPr>
          <a:xfrm>
            <a:off x="5906959" y="1160011"/>
            <a:ext cx="3085176" cy="2584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18D0B22-6222-F73A-1DA1-3A59F0EDB903}"/>
              </a:ext>
            </a:extLst>
          </p:cNvPr>
          <p:cNvCxnSpPr>
            <a:stCxn id="18" idx="3"/>
            <a:endCxn id="29" idx="1"/>
          </p:cNvCxnSpPr>
          <p:nvPr/>
        </p:nvCxnSpPr>
        <p:spPr>
          <a:xfrm>
            <a:off x="5906959" y="1160011"/>
            <a:ext cx="3085176" cy="3472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0B0B6AB-0018-FF02-2BD3-0795AF0C7B97}"/>
              </a:ext>
            </a:extLst>
          </p:cNvPr>
          <p:cNvCxnSpPr>
            <a:stCxn id="18" idx="3"/>
            <a:endCxn id="28" idx="1"/>
          </p:cNvCxnSpPr>
          <p:nvPr/>
        </p:nvCxnSpPr>
        <p:spPr>
          <a:xfrm>
            <a:off x="5906959" y="1160011"/>
            <a:ext cx="3085176" cy="4308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8E3F465-9C28-A2B3-13D9-B5ACD5314426}"/>
              </a:ext>
            </a:extLst>
          </p:cNvPr>
          <p:cNvCxnSpPr>
            <a:stCxn id="18" idx="3"/>
            <a:endCxn id="27" idx="1"/>
          </p:cNvCxnSpPr>
          <p:nvPr/>
        </p:nvCxnSpPr>
        <p:spPr>
          <a:xfrm>
            <a:off x="5906959" y="1160011"/>
            <a:ext cx="3085176" cy="5143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03F9151-1E1D-6E2C-4479-F52F0AEBA876}"/>
              </a:ext>
            </a:extLst>
          </p:cNvPr>
          <p:cNvCxnSpPr>
            <a:stCxn id="25" idx="3"/>
            <a:endCxn id="33" idx="1"/>
          </p:cNvCxnSpPr>
          <p:nvPr/>
        </p:nvCxnSpPr>
        <p:spPr>
          <a:xfrm flipV="1">
            <a:off x="5906959" y="1160011"/>
            <a:ext cx="3085176" cy="832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585EB351-FC58-1D76-0838-00C3995247F8}"/>
              </a:ext>
            </a:extLst>
          </p:cNvPr>
          <p:cNvCxnSpPr>
            <a:stCxn id="25" idx="3"/>
            <a:endCxn id="31" idx="1"/>
          </p:cNvCxnSpPr>
          <p:nvPr/>
        </p:nvCxnSpPr>
        <p:spPr>
          <a:xfrm>
            <a:off x="5906959" y="1992768"/>
            <a:ext cx="3085176" cy="872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C825454-D0D0-6864-99F8-B2F0C7EC0332}"/>
              </a:ext>
            </a:extLst>
          </p:cNvPr>
          <p:cNvCxnSpPr>
            <a:stCxn id="25" idx="3"/>
            <a:endCxn id="30" idx="1"/>
          </p:cNvCxnSpPr>
          <p:nvPr/>
        </p:nvCxnSpPr>
        <p:spPr>
          <a:xfrm>
            <a:off x="5906959" y="1992768"/>
            <a:ext cx="3085176" cy="1751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058F065-F6D2-6240-5D3A-E2C46072CEE2}"/>
              </a:ext>
            </a:extLst>
          </p:cNvPr>
          <p:cNvCxnSpPr>
            <a:stCxn id="25" idx="3"/>
            <a:endCxn id="29" idx="1"/>
          </p:cNvCxnSpPr>
          <p:nvPr/>
        </p:nvCxnSpPr>
        <p:spPr>
          <a:xfrm>
            <a:off x="5906959" y="1992768"/>
            <a:ext cx="3085176" cy="2639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4316BF6A-97B4-4325-EE50-E8D4F56F8754}"/>
              </a:ext>
            </a:extLst>
          </p:cNvPr>
          <p:cNvCxnSpPr>
            <a:stCxn id="25" idx="3"/>
            <a:endCxn id="28" idx="1"/>
          </p:cNvCxnSpPr>
          <p:nvPr/>
        </p:nvCxnSpPr>
        <p:spPr>
          <a:xfrm>
            <a:off x="5906959" y="1992768"/>
            <a:ext cx="3085176" cy="3475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7B7391F-6499-CEDF-5624-93B769142622}"/>
              </a:ext>
            </a:extLst>
          </p:cNvPr>
          <p:cNvCxnSpPr>
            <a:stCxn id="25" idx="3"/>
            <a:endCxn id="27" idx="1"/>
          </p:cNvCxnSpPr>
          <p:nvPr/>
        </p:nvCxnSpPr>
        <p:spPr>
          <a:xfrm>
            <a:off x="5906959" y="1992768"/>
            <a:ext cx="3085176" cy="43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D6B4D88-0197-6252-DED2-D8185E5FAE41}"/>
              </a:ext>
            </a:extLst>
          </p:cNvPr>
          <p:cNvCxnSpPr>
            <a:stCxn id="24" idx="3"/>
            <a:endCxn id="33" idx="1"/>
          </p:cNvCxnSpPr>
          <p:nvPr/>
        </p:nvCxnSpPr>
        <p:spPr>
          <a:xfrm flipV="1">
            <a:off x="5906959" y="1160011"/>
            <a:ext cx="3085176" cy="1740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44E3191-2171-9B1A-EA77-2F8A04CF9BFC}"/>
              </a:ext>
            </a:extLst>
          </p:cNvPr>
          <p:cNvCxnSpPr>
            <a:stCxn id="24" idx="3"/>
            <a:endCxn id="32" idx="1"/>
          </p:cNvCxnSpPr>
          <p:nvPr/>
        </p:nvCxnSpPr>
        <p:spPr>
          <a:xfrm flipV="1">
            <a:off x="5906959" y="1972476"/>
            <a:ext cx="3085176" cy="927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189115A-6B1B-D894-5E0D-E9DCF6071FFB}"/>
              </a:ext>
            </a:extLst>
          </p:cNvPr>
          <p:cNvCxnSpPr>
            <a:stCxn id="24" idx="3"/>
            <a:endCxn id="30" idx="1"/>
          </p:cNvCxnSpPr>
          <p:nvPr/>
        </p:nvCxnSpPr>
        <p:spPr>
          <a:xfrm>
            <a:off x="5906959" y="2900365"/>
            <a:ext cx="3085176" cy="843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27CBC82D-F843-A8B9-37AD-FF95D371068F}"/>
              </a:ext>
            </a:extLst>
          </p:cNvPr>
          <p:cNvCxnSpPr>
            <a:stCxn id="24" idx="3"/>
            <a:endCxn id="29" idx="1"/>
          </p:cNvCxnSpPr>
          <p:nvPr/>
        </p:nvCxnSpPr>
        <p:spPr>
          <a:xfrm>
            <a:off x="5906959" y="2900365"/>
            <a:ext cx="3085176" cy="1731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EDC7C55-01D2-1E05-3D60-E2C5C20134F1}"/>
              </a:ext>
            </a:extLst>
          </p:cNvPr>
          <p:cNvCxnSpPr>
            <a:stCxn id="24" idx="3"/>
            <a:endCxn id="28" idx="1"/>
          </p:cNvCxnSpPr>
          <p:nvPr/>
        </p:nvCxnSpPr>
        <p:spPr>
          <a:xfrm>
            <a:off x="5906959" y="2900365"/>
            <a:ext cx="3085176" cy="2568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2DDD44A-13D1-F431-11D6-B136635C6212}"/>
              </a:ext>
            </a:extLst>
          </p:cNvPr>
          <p:cNvCxnSpPr>
            <a:stCxn id="24" idx="3"/>
            <a:endCxn id="27" idx="1"/>
          </p:cNvCxnSpPr>
          <p:nvPr/>
        </p:nvCxnSpPr>
        <p:spPr>
          <a:xfrm>
            <a:off x="5906959" y="2900365"/>
            <a:ext cx="3085176" cy="3403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57B0AE72-4436-6BA4-EA90-D3B7A64F4290}"/>
              </a:ext>
            </a:extLst>
          </p:cNvPr>
          <p:cNvCxnSpPr>
            <a:stCxn id="23" idx="3"/>
            <a:endCxn id="33" idx="1"/>
          </p:cNvCxnSpPr>
          <p:nvPr/>
        </p:nvCxnSpPr>
        <p:spPr>
          <a:xfrm flipV="1">
            <a:off x="5906959" y="1160011"/>
            <a:ext cx="3085176" cy="2635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EEB1744-74BF-2513-F1B8-7E6251262117}"/>
              </a:ext>
            </a:extLst>
          </p:cNvPr>
          <p:cNvCxnSpPr>
            <a:stCxn id="23" idx="3"/>
            <a:endCxn id="32" idx="1"/>
          </p:cNvCxnSpPr>
          <p:nvPr/>
        </p:nvCxnSpPr>
        <p:spPr>
          <a:xfrm flipV="1">
            <a:off x="5906959" y="1972476"/>
            <a:ext cx="3085176" cy="1822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B1919E52-04E5-98F4-A4F2-BE54A8EF385A}"/>
              </a:ext>
            </a:extLst>
          </p:cNvPr>
          <p:cNvCxnSpPr>
            <a:stCxn id="23" idx="3"/>
            <a:endCxn id="31" idx="1"/>
          </p:cNvCxnSpPr>
          <p:nvPr/>
        </p:nvCxnSpPr>
        <p:spPr>
          <a:xfrm flipV="1">
            <a:off x="5906959" y="2864953"/>
            <a:ext cx="3085176" cy="930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731FFF0-860E-473A-94EC-48341610DB97}"/>
              </a:ext>
            </a:extLst>
          </p:cNvPr>
          <p:cNvCxnSpPr>
            <a:stCxn id="23" idx="3"/>
            <a:endCxn id="29" idx="1"/>
          </p:cNvCxnSpPr>
          <p:nvPr/>
        </p:nvCxnSpPr>
        <p:spPr>
          <a:xfrm>
            <a:off x="5906959" y="3795375"/>
            <a:ext cx="3085176" cy="836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0A7D7FA-3193-AF2A-7206-827501B11316}"/>
              </a:ext>
            </a:extLst>
          </p:cNvPr>
          <p:cNvCxnSpPr>
            <a:stCxn id="23" idx="3"/>
            <a:endCxn id="28" idx="1"/>
          </p:cNvCxnSpPr>
          <p:nvPr/>
        </p:nvCxnSpPr>
        <p:spPr>
          <a:xfrm>
            <a:off x="5906959" y="3795375"/>
            <a:ext cx="3085176" cy="1673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9924138C-3EED-892A-207C-EF89F6481BBA}"/>
              </a:ext>
            </a:extLst>
          </p:cNvPr>
          <p:cNvCxnSpPr>
            <a:stCxn id="23" idx="3"/>
            <a:endCxn id="27" idx="1"/>
          </p:cNvCxnSpPr>
          <p:nvPr/>
        </p:nvCxnSpPr>
        <p:spPr>
          <a:xfrm>
            <a:off x="5906959" y="3795375"/>
            <a:ext cx="3085176" cy="2508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B436EF2-7C3D-61CE-919D-107AD0351389}"/>
              </a:ext>
            </a:extLst>
          </p:cNvPr>
          <p:cNvCxnSpPr>
            <a:stCxn id="22" idx="3"/>
            <a:endCxn id="30" idx="1"/>
          </p:cNvCxnSpPr>
          <p:nvPr/>
        </p:nvCxnSpPr>
        <p:spPr>
          <a:xfrm flipV="1">
            <a:off x="5921831" y="3744056"/>
            <a:ext cx="3070304" cy="884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0F962CD3-4156-F22A-4B55-92E84BCA14E0}"/>
              </a:ext>
            </a:extLst>
          </p:cNvPr>
          <p:cNvCxnSpPr>
            <a:stCxn id="22" idx="3"/>
            <a:endCxn id="28" idx="1"/>
          </p:cNvCxnSpPr>
          <p:nvPr/>
        </p:nvCxnSpPr>
        <p:spPr>
          <a:xfrm>
            <a:off x="5921831" y="4628469"/>
            <a:ext cx="3070304" cy="840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F607D5F-91ED-7D9C-FEAB-8EBAD515C5F0}"/>
              </a:ext>
            </a:extLst>
          </p:cNvPr>
          <p:cNvCxnSpPr>
            <a:stCxn id="22" idx="3"/>
            <a:endCxn id="27" idx="1"/>
          </p:cNvCxnSpPr>
          <p:nvPr/>
        </p:nvCxnSpPr>
        <p:spPr>
          <a:xfrm>
            <a:off x="5921831" y="4628469"/>
            <a:ext cx="3070304" cy="1675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05D3189C-F688-1222-1737-60C8837BA47D}"/>
              </a:ext>
            </a:extLst>
          </p:cNvPr>
          <p:cNvCxnSpPr>
            <a:stCxn id="22" idx="3"/>
            <a:endCxn id="31" idx="1"/>
          </p:cNvCxnSpPr>
          <p:nvPr/>
        </p:nvCxnSpPr>
        <p:spPr>
          <a:xfrm flipV="1">
            <a:off x="5921831" y="2864953"/>
            <a:ext cx="3070304" cy="1763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79D53959-0344-7015-2424-CAD959C0DD14}"/>
              </a:ext>
            </a:extLst>
          </p:cNvPr>
          <p:cNvCxnSpPr>
            <a:stCxn id="22" idx="3"/>
            <a:endCxn id="32" idx="1"/>
          </p:cNvCxnSpPr>
          <p:nvPr/>
        </p:nvCxnSpPr>
        <p:spPr>
          <a:xfrm flipV="1">
            <a:off x="5921831" y="1972476"/>
            <a:ext cx="3070304" cy="2655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52B68A99-91E9-E670-5B59-ABFF5D1C0C4A}"/>
              </a:ext>
            </a:extLst>
          </p:cNvPr>
          <p:cNvCxnSpPr>
            <a:stCxn id="22" idx="3"/>
            <a:endCxn id="33" idx="1"/>
          </p:cNvCxnSpPr>
          <p:nvPr/>
        </p:nvCxnSpPr>
        <p:spPr>
          <a:xfrm flipV="1">
            <a:off x="5921831" y="1160011"/>
            <a:ext cx="3070304" cy="3468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016E6EBB-832F-4C77-1EAF-5695D3841AB5}"/>
              </a:ext>
            </a:extLst>
          </p:cNvPr>
          <p:cNvCxnSpPr>
            <a:stCxn id="21" idx="3"/>
            <a:endCxn id="27" idx="1"/>
          </p:cNvCxnSpPr>
          <p:nvPr/>
        </p:nvCxnSpPr>
        <p:spPr>
          <a:xfrm>
            <a:off x="5936705" y="5468713"/>
            <a:ext cx="3055430" cy="834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CC7B7DB5-B78E-0F8F-7035-8323DF6BEB1E}"/>
              </a:ext>
            </a:extLst>
          </p:cNvPr>
          <p:cNvCxnSpPr>
            <a:stCxn id="21" idx="3"/>
            <a:endCxn id="29" idx="1"/>
          </p:cNvCxnSpPr>
          <p:nvPr/>
        </p:nvCxnSpPr>
        <p:spPr>
          <a:xfrm flipV="1">
            <a:off x="5936705" y="4632310"/>
            <a:ext cx="3055430" cy="836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AF7F7EE2-F377-2955-21DE-83F88C67C2B2}"/>
              </a:ext>
            </a:extLst>
          </p:cNvPr>
          <p:cNvCxnSpPr>
            <a:stCxn id="21" idx="3"/>
            <a:endCxn id="30" idx="1"/>
          </p:cNvCxnSpPr>
          <p:nvPr/>
        </p:nvCxnSpPr>
        <p:spPr>
          <a:xfrm flipV="1">
            <a:off x="5936705" y="3744056"/>
            <a:ext cx="3055430" cy="1724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DE8BEA5B-9D9E-3571-45BF-7B384DF65C4E}"/>
              </a:ext>
            </a:extLst>
          </p:cNvPr>
          <p:cNvCxnSpPr>
            <a:stCxn id="21" idx="3"/>
            <a:endCxn id="31" idx="1"/>
          </p:cNvCxnSpPr>
          <p:nvPr/>
        </p:nvCxnSpPr>
        <p:spPr>
          <a:xfrm flipV="1">
            <a:off x="5936705" y="2864953"/>
            <a:ext cx="3055430" cy="2603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03D4A063-36D1-ECD8-57CC-53C4AB2CABEE}"/>
              </a:ext>
            </a:extLst>
          </p:cNvPr>
          <p:cNvCxnSpPr>
            <a:stCxn id="21" idx="3"/>
            <a:endCxn id="32" idx="1"/>
          </p:cNvCxnSpPr>
          <p:nvPr/>
        </p:nvCxnSpPr>
        <p:spPr>
          <a:xfrm flipV="1">
            <a:off x="5936705" y="1972476"/>
            <a:ext cx="3055430" cy="3496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61072860-1E63-3F01-57E0-87D854746364}"/>
              </a:ext>
            </a:extLst>
          </p:cNvPr>
          <p:cNvCxnSpPr>
            <a:stCxn id="21" idx="3"/>
            <a:endCxn id="33" idx="1"/>
          </p:cNvCxnSpPr>
          <p:nvPr/>
        </p:nvCxnSpPr>
        <p:spPr>
          <a:xfrm flipV="1">
            <a:off x="5936705" y="1160011"/>
            <a:ext cx="3055430" cy="4308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B48EA5E3-8A30-4C5F-1BE8-39FFED226A9F}"/>
              </a:ext>
            </a:extLst>
          </p:cNvPr>
          <p:cNvCxnSpPr>
            <a:stCxn id="20" idx="3"/>
            <a:endCxn id="28" idx="1"/>
          </p:cNvCxnSpPr>
          <p:nvPr/>
        </p:nvCxnSpPr>
        <p:spPr>
          <a:xfrm flipV="1">
            <a:off x="5914933" y="5468712"/>
            <a:ext cx="3077202" cy="840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9CB0321A-5072-380F-648E-D0E189DF0CD7}"/>
              </a:ext>
            </a:extLst>
          </p:cNvPr>
          <p:cNvCxnSpPr>
            <a:stCxn id="20" idx="3"/>
            <a:endCxn id="29" idx="1"/>
          </p:cNvCxnSpPr>
          <p:nvPr/>
        </p:nvCxnSpPr>
        <p:spPr>
          <a:xfrm flipV="1">
            <a:off x="5914933" y="4632310"/>
            <a:ext cx="3077202" cy="1676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1EFEE495-AD3A-4ECA-F936-4F1D6976778D}"/>
              </a:ext>
            </a:extLst>
          </p:cNvPr>
          <p:cNvCxnSpPr>
            <a:stCxn id="20" idx="3"/>
            <a:endCxn id="30" idx="1"/>
          </p:cNvCxnSpPr>
          <p:nvPr/>
        </p:nvCxnSpPr>
        <p:spPr>
          <a:xfrm flipV="1">
            <a:off x="5914933" y="3744056"/>
            <a:ext cx="3077202" cy="2564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D0A987EB-A113-8191-E165-A60F17E2E9C1}"/>
              </a:ext>
            </a:extLst>
          </p:cNvPr>
          <p:cNvCxnSpPr>
            <a:stCxn id="20" idx="3"/>
            <a:endCxn id="31" idx="1"/>
          </p:cNvCxnSpPr>
          <p:nvPr/>
        </p:nvCxnSpPr>
        <p:spPr>
          <a:xfrm flipV="1">
            <a:off x="5914933" y="2864953"/>
            <a:ext cx="3077202" cy="3444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473F47AC-1B56-9A6A-C325-DF50DD2454E3}"/>
              </a:ext>
            </a:extLst>
          </p:cNvPr>
          <p:cNvCxnSpPr>
            <a:stCxn id="20" idx="3"/>
            <a:endCxn id="32" idx="1"/>
          </p:cNvCxnSpPr>
          <p:nvPr/>
        </p:nvCxnSpPr>
        <p:spPr>
          <a:xfrm flipV="1">
            <a:off x="5914933" y="1972476"/>
            <a:ext cx="3077202" cy="4336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6834892-8188-F259-83E1-83B2D5F9A195}"/>
              </a:ext>
            </a:extLst>
          </p:cNvPr>
          <p:cNvCxnSpPr>
            <a:stCxn id="20" idx="3"/>
            <a:endCxn id="33" idx="1"/>
          </p:cNvCxnSpPr>
          <p:nvPr/>
        </p:nvCxnSpPr>
        <p:spPr>
          <a:xfrm flipV="1">
            <a:off x="5914933" y="1160011"/>
            <a:ext cx="3077202" cy="5148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784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C082E-7259-61BF-D0A1-854915FEF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7842"/>
            <a:ext cx="10515600" cy="501423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+mn-lt"/>
              </a:rPr>
              <a:t>Mathematical Model &amp; Lingo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375DD-19A5-F791-5315-0CBDD8D65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28" y="0"/>
            <a:ext cx="1483372" cy="1502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3E6A3A-4DD0-B7E2-D904-894015734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96"/>
          <a:stretch>
            <a:fillRect/>
          </a:stretch>
        </p:blipFill>
        <p:spPr>
          <a:xfrm>
            <a:off x="183673" y="1056855"/>
            <a:ext cx="5611199" cy="53633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31599B-1AFE-C950-81E1-80B79B84C0F3}"/>
              </a:ext>
            </a:extLst>
          </p:cNvPr>
          <p:cNvSpPr txBox="1"/>
          <p:nvPr/>
        </p:nvSpPr>
        <p:spPr>
          <a:xfrm>
            <a:off x="5940004" y="1223232"/>
            <a:ext cx="5611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Decision variables: </a:t>
            </a:r>
            <a:r>
              <a:rPr lang="en-IN" sz="2000" dirty="0"/>
              <a:t>64 variables (A11…B27)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Objective function: </a:t>
            </a:r>
            <a:r>
              <a:rPr lang="en-IN" sz="2000" dirty="0"/>
              <a:t>Minimise shipping cost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Z = ∑ Shipping cost from A11 to B27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BD09CA-DE2E-DAAD-5229-B4F66EF60D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004" y="2522863"/>
            <a:ext cx="6068323" cy="389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135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D4886-5612-629F-A6E7-E96F514E6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53389"/>
            <a:ext cx="10515600" cy="59491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</a:rPr>
              <a:t>Constraints: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680BBA-ED59-694F-4562-5051D6807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28" y="0"/>
            <a:ext cx="1483372" cy="15022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4AE0F4-2438-84FA-DFC8-127BFAE61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90" y="1226915"/>
            <a:ext cx="6769163" cy="51354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5DC382-5ADC-5A9B-83B2-FA6ECABB5E68}"/>
              </a:ext>
            </a:extLst>
          </p:cNvPr>
          <p:cNvSpPr txBox="1"/>
          <p:nvPr/>
        </p:nvSpPr>
        <p:spPr>
          <a:xfrm>
            <a:off x="6976853" y="2309017"/>
            <a:ext cx="48034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Demand Fulfillment</a:t>
            </a:r>
            <a:r>
              <a:rPr lang="en-US" sz="2000" dirty="0"/>
              <a:t>: The model must ship the exact quantity of TVs required by the client, which is 920,000 units of 42" LCDs and 530,000 units of 32" LCDs.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Budget Constraint: </a:t>
            </a:r>
            <a:r>
              <a:rPr lang="en-US" sz="2000" dirty="0"/>
              <a:t>The total cost of the operation, including both production and shipping, cannot exceed the allocated budget of CNY 3 billion.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13457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96C69-355F-B698-1DD4-81F9523FD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548" y="0"/>
            <a:ext cx="10515600" cy="60007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+mn-lt"/>
              </a:rPr>
              <a:t>Output &amp; 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9E3BA-882E-B11E-66E6-7530AD8BA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4714" y="600075"/>
            <a:ext cx="10515600" cy="56560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Output from Lingo: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13F381-0234-941E-5E21-9D2920327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28" y="0"/>
            <a:ext cx="1483372" cy="1502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448DEA-8C0A-D42D-232E-DDC827B3E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094"/>
          <a:stretch>
            <a:fillRect/>
          </a:stretch>
        </p:blipFill>
        <p:spPr>
          <a:xfrm>
            <a:off x="734007" y="1294039"/>
            <a:ext cx="5087664" cy="49638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F4FD92-94BF-6B46-4067-60C08B8C9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4" r="46724"/>
          <a:stretch>
            <a:fillRect/>
          </a:stretch>
        </p:blipFill>
        <p:spPr>
          <a:xfrm>
            <a:off x="6192514" y="1294039"/>
            <a:ext cx="4516114" cy="530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191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5DB6-C06D-7BF4-BDD8-055C43A53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482" y="1587246"/>
            <a:ext cx="10236822" cy="4654065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+mn-lt"/>
              </a:rPr>
              <a:t>Results</a:t>
            </a:r>
            <a:r>
              <a:rPr lang="en-IN" sz="2000" dirty="0">
                <a:latin typeface="+mn-lt"/>
              </a:rPr>
              <a:t>:</a:t>
            </a:r>
            <a:br>
              <a:rPr lang="en-IN" sz="2000" dirty="0">
                <a:latin typeface="+mn-lt"/>
              </a:rPr>
            </a:br>
            <a:r>
              <a:rPr lang="en-IN" sz="2000" b="1" dirty="0">
                <a:latin typeface="+mn-lt"/>
              </a:rPr>
              <a:t>Minimum Shipping Cost</a:t>
            </a:r>
            <a:r>
              <a:rPr lang="en-IN" sz="2000" dirty="0">
                <a:latin typeface="+mn-lt"/>
              </a:rPr>
              <a:t>:  83,166,920 CNY</a:t>
            </a:r>
            <a:br>
              <a:rPr lang="en-IN" sz="2000" dirty="0">
                <a:latin typeface="+mn-lt"/>
              </a:rPr>
            </a:br>
            <a:r>
              <a:rPr lang="en-IN" sz="2000" b="1" dirty="0">
                <a:latin typeface="+mn-lt"/>
              </a:rPr>
              <a:t>Total Project Cost Utilized</a:t>
            </a:r>
            <a:r>
              <a:rPr lang="en-IN" sz="2000" dirty="0">
                <a:latin typeface="+mn-lt"/>
              </a:rPr>
              <a:t>: ≤ 3,000,000,000 CNY</a:t>
            </a:r>
            <a:br>
              <a:rPr lang="en-IN" sz="2000" dirty="0">
                <a:latin typeface="+mn-lt"/>
              </a:rPr>
            </a:br>
            <a:r>
              <a:rPr lang="en-IN" sz="2000" b="1" dirty="0">
                <a:latin typeface="+mn-lt"/>
              </a:rPr>
              <a:t>Feasibility</a:t>
            </a:r>
            <a:r>
              <a:rPr lang="en-IN" sz="2000" dirty="0">
                <a:latin typeface="+mn-lt"/>
              </a:rPr>
              <a:t>: </a:t>
            </a:r>
            <a:r>
              <a:rPr lang="en-IN" sz="2000" b="1" dirty="0">
                <a:latin typeface="+mn-lt"/>
              </a:rPr>
              <a:t>FEASIBLE</a:t>
            </a:r>
            <a:r>
              <a:rPr lang="en-IN" sz="2000" dirty="0">
                <a:latin typeface="+mn-lt"/>
              </a:rPr>
              <a:t> - The solution meets demand and all other constraints within the specified budget.</a:t>
            </a:r>
            <a:br>
              <a:rPr lang="en-IN" sz="2000" dirty="0">
                <a:latin typeface="+mn-lt"/>
              </a:rPr>
            </a:br>
            <a:br>
              <a:rPr lang="en-IN" sz="2000" dirty="0">
                <a:latin typeface="+mn-lt"/>
              </a:rPr>
            </a:br>
            <a:r>
              <a:rPr lang="en-IN" sz="2000" b="1" dirty="0">
                <a:latin typeface="+mn-lt"/>
              </a:rPr>
              <a:t>Key Insights from the Optimal Solution:</a:t>
            </a: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The optimal plan for minimizing shipping cost provides a maximum logistics efficiency of 83,166,920 CNY. This is achieved by a specific allocation of orders. The chosen plan successfully meets the required demand for all 1,450,000 TVs.</a:t>
            </a:r>
            <a:br>
              <a:rPr lang="en-IN" sz="2000" dirty="0">
                <a:latin typeface="+mn-lt"/>
              </a:rPr>
            </a:br>
            <a:br>
              <a:rPr lang="en-IN" sz="2000" dirty="0">
                <a:latin typeface="+mn-lt"/>
              </a:rPr>
            </a:br>
            <a:r>
              <a:rPr lang="en-US" sz="2000" dirty="0">
                <a:latin typeface="+mn-lt"/>
              </a:rPr>
              <a:t>Only A47, A77, and B17 have nonzero values.</a:t>
            </a:r>
            <a:br>
              <a:rPr lang="en-US" sz="2000" dirty="0">
                <a:latin typeface="+mn-lt"/>
              </a:rPr>
            </a:b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A47 = LCD42" from ODM4 by water (12,767.89 units)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A77 = LCD42" from ODM7 by water (907,232.1 units)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B17 = LCD32" from ODM1 by water (530,000.0 units)</a:t>
            </a:r>
            <a:br>
              <a:rPr lang="en-US" sz="2000" dirty="0">
                <a:latin typeface="+mn-lt"/>
              </a:rPr>
            </a:b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In our current solution, water is indeed the best transport mode according to your cost structure and constraints.</a:t>
            </a:r>
            <a:endParaRPr lang="en-IN" sz="20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C8B1D3-7974-7EBB-A99E-4E9697612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28" y="0"/>
            <a:ext cx="1483372" cy="15022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0ECE27-D08C-8E52-FB67-858A7DAB61FD}"/>
              </a:ext>
            </a:extLst>
          </p:cNvPr>
          <p:cNvSpPr txBox="1"/>
          <p:nvPr/>
        </p:nvSpPr>
        <p:spPr>
          <a:xfrm>
            <a:off x="4836405" y="251044"/>
            <a:ext cx="1989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/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4196943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03938-4662-F28D-312C-A5ED15755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4125"/>
            <a:ext cx="10515600" cy="90487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+mn-lt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95620C-C38E-C3BB-5885-B758B6483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28" y="0"/>
            <a:ext cx="1483372" cy="1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2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408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Group 9</vt:lpstr>
      <vt:lpstr>Scope &amp; Problem Identification</vt:lpstr>
      <vt:lpstr>Network Diagram</vt:lpstr>
      <vt:lpstr>Mathematical Model &amp; Lingo</vt:lpstr>
      <vt:lpstr>PowerPoint Presentation</vt:lpstr>
      <vt:lpstr>Output &amp; Inference</vt:lpstr>
      <vt:lpstr>Results: Minimum Shipping Cost:  83,166,920 CNY Total Project Cost Utilized: ≤ 3,000,000,000 CNY Feasibility: FEASIBLE - The solution meets demand and all other constraints within the specified budget.  Key Insights from the Optimal Solution: The optimal plan for minimizing shipping cost provides a maximum logistics efficiency of 83,166,920 CNY. This is achieved by a specific allocation of orders. The chosen plan successfully meets the required demand for all 1,450,000 TVs.  Only A47, A77, and B17 have nonzero values.  A47 = LCD42" from ODM4 by water (12,767.89 units) A77 = LCD42" from ODM7 by water (907,232.1 units) B17 = LCD32" from ODM1 by water (530,000.0 units)  In our current solution, water is indeed the best transport mode according to your cost structure and constraints.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VARTIKA PAKHALE</dc:creator>
  <cp:lastModifiedBy>VARTIKA PAKHALE</cp:lastModifiedBy>
  <cp:revision>1</cp:revision>
  <dcterms:created xsi:type="dcterms:W3CDTF">2025-08-08T19:58:44Z</dcterms:created>
  <dcterms:modified xsi:type="dcterms:W3CDTF">2025-08-10T14:19:05Z</dcterms:modified>
</cp:coreProperties>
</file>