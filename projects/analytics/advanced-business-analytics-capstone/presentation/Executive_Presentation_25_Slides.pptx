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quantitative evidence supporting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Slide: Customer Churn Intelligence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Context (Telecommunications)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 Framework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&amp;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Innovations (CLV, Digital Adoption)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Strategy (GMM vs K-Means)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Personas Discovered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Parametric Modeling (OLS &amp; Ridge)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Rigor (Heteroscedasticity &amp; Multicollinearity)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Classification 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Champion Model Performance (CatBoost / LightGBM)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&amp; Lift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AI: SHAP Global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AI: Local Interpretations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at Risk Quantification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Framework (ROI Simulation)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Ethics: Fairness &amp; Bias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GDPR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McKinsey/BCG style executive bullet points. Heavy data insights, minimal fluff.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