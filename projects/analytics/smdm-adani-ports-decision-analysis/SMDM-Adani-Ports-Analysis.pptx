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DM Sans Semi Bold" pitchFamily="2" charset="0"/>
      <p:regular r:id="rId10"/>
    </p:embeddedFont>
    <p:embeddedFont>
      <p:font typeface="Inter Medium" panose="02000503000000020004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2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50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523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Application of Statistical Methods in Decision Making within the Financial Services Sector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03051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Group Project — 6 members | Course: Statistical Methods for Decision Making</a:t>
            </a:r>
          </a:p>
        </p:txBody>
      </p:sp>
      <p:sp>
        <p:nvSpPr>
          <p:cNvPr id="5" name="Text 2"/>
          <p:cNvSpPr/>
          <p:nvPr/>
        </p:nvSpPr>
        <p:spPr>
          <a:xfrm>
            <a:off x="793790" y="60114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Course: Statistical Methods for Decision Making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89183"/>
            <a:ext cx="67714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Introduction &amp; 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Increasing data complexity in finance demands statistical tools. Our objective is to apply theoretical Statistical Methods for Decision Making (SMDM) tools to real-world stock data of Adani Ports &amp; SEZ Ltd. We will use EDA, regression, forecasting, clustering, and hypothesis testing for functional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98808"/>
            <a:ext cx="8898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Functional Area-Wise Use Cases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074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Marketing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5570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classification (clustering)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46080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A/B testing, time series for trend prediction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332928" y="5074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Human Resources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32928" y="565570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Attrition prediction (logistic regression)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332928" y="646080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Performance vs. training impact (correlation)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872067" y="5074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872067" y="565570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Control charts for monitoring process stability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872067" y="646080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Forecasting workload, descriptive statistics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786"/>
            <a:ext cx="11185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Descriptive Analysis – ADANI Ports Stock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3254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₹344.11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264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Mean Close Price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25278" y="22325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₹325.75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4231719" y="3264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Median Close Price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56884" y="22325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2.95M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7563326" y="3264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Avg. Daily Volume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88491" y="22325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45%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894933" y="3264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Deliverable 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91081" y="42989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₹193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5897523" y="5330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Standard Deviation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91081" y="582120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Indicates high volatility, suitable for high-risk investors and active traders.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31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Inferential Analysis – ANOVA &amp; T-Test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ANOVA Tests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96882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Monthly/Quarterly/Yearly trends in returns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773930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Trend-based and volume-based segmentation of price behaviour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94193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Day-of-week &amp; event-based anomalies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T-Tests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396882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Pre/post 2008 crisis performance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77393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Volume comparison on high vs. low deliverable days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5790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Weekend vs. weekday turnover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638413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Impact of corporate actions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75096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Strategic Decision Mapping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87685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28343" y="353901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8988" y="353901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Clustering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606" y="3539014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Improved ROI, personalized targeting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8343" y="418933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288988" y="41893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606" y="418933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Retention improvement, fair policies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28343" y="483965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288988" y="483965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Control Charts, Forecasting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606" y="483965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Efficiency, workload planning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8343" y="54899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288988" y="54899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Regression, VaR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48606" y="548997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mitigation, exposure forecasting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ADANI Ports stock is volatile yet liquid, ideal for active traders.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Statistical tools revealed patterns and helped simulate real business decisions.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insights can guide marketing segmentation, operational forecasting, and portfolio strategies.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Reinforces the strategic value of statistics in modern financial decision-making.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331</Words>
  <Application>Microsoft Office PowerPoint</Application>
  <PresentationFormat>Custom</PresentationFormat>
  <Paragraphs>62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Praveen Reddy</cp:lastModifiedBy>
  <cp:revision>4</cp:revision>
  <dcterms:created xsi:type="dcterms:W3CDTF">2025-07-08T17:51:28Z</dcterms:created>
  <dcterms:modified xsi:type="dcterms:W3CDTF">2026-09-10T18:42:42Z</dcterms:modified>
</cp:coreProperties>
</file>